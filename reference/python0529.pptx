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이미지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제목 텍스트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제목 텍스트</a:t>
            </a:r>
          </a:p>
        </p:txBody>
      </p:sp>
      <p:sp>
        <p:nvSpPr>
          <p:cNvPr id="22" name="본문 첫 번째 줄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-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텍스트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수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이미지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제목 텍스트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제목 텍스트</a:t>
            </a:r>
          </a:p>
        </p:txBody>
      </p:sp>
      <p:sp>
        <p:nvSpPr>
          <p:cNvPr id="40" name="본문 첫 번째 줄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7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이미지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67" name="본문 첫 번째 줄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슬라이드 번호"/>
          <p:cNvSpPr txBox="1"/>
          <p:nvPr>
            <p:ph type="sldNum" sz="quarter" idx="2"/>
          </p:nvPr>
        </p:nvSpPr>
        <p:spPr>
          <a:xfrm>
            <a:off x="6341888" y="9296400"/>
            <a:ext cx="314250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Apple SD 산돌고딕 Neo 옅은체"/>
                <a:ea typeface="Apple SD 산돌고딕 Neo 옅은체"/>
                <a:cs typeface="Apple SD 산돌고딕 Neo 옅은체"/>
                <a:sym typeface="Apple SD 산돌고딕 Neo 옅은체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본문 첫 번째 줄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이미지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이미지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이미지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여기에 인용을 입력하십시오.”"/>
          <p:cNvSpPr txBox="1"/>
          <p:nvPr>
            <p:ph type="body" sz="quarter" idx="14"/>
          </p:nvPr>
        </p:nvSpPr>
        <p:spPr>
          <a:xfrm>
            <a:off x="1270000" y="4249191"/>
            <a:ext cx="10464800" cy="6456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“여기에 인용을 입력하십시오.” </a:t>
            </a:r>
          </a:p>
        </p:txBody>
      </p:sp>
      <p:sp>
        <p:nvSpPr>
          <p:cNvPr id="9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이미지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3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4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3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855142" cy="1855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rcRect l="15115" t="21096" r="15115" b="25893"/>
          <a:stretch>
            <a:fillRect/>
          </a:stretch>
        </p:blipFill>
        <p:spPr>
          <a:xfrm>
            <a:off x="9568885" y="630150"/>
            <a:ext cx="3152993" cy="1347515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UOS LIKELION Python Study"/>
          <p:cNvSpPr txBox="1"/>
          <p:nvPr/>
        </p:nvSpPr>
        <p:spPr>
          <a:xfrm>
            <a:off x="2971495" y="3131677"/>
            <a:ext cx="7061810" cy="250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76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UOS LIKELION</a:t>
            </a:r>
            <a:br/>
            <a:r>
              <a:rPr sz="8100"/>
              <a:t>Python Study</a:t>
            </a:r>
          </a:p>
        </p:txBody>
      </p:sp>
      <p:sp>
        <p:nvSpPr>
          <p:cNvPr id="122" name="2018. 05. 29.…"/>
          <p:cNvSpPr txBox="1"/>
          <p:nvPr/>
        </p:nvSpPr>
        <p:spPr>
          <a:xfrm>
            <a:off x="5092065" y="8140598"/>
            <a:ext cx="282067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5000">
                <a:latin typeface="나눔손글씨 붓"/>
                <a:ea typeface="나눔손글씨 붓"/>
                <a:cs typeface="나눔손글씨 붓"/>
                <a:sym typeface="나눔손글씨 붓"/>
              </a:defRPr>
            </a:pPr>
            <a:r>
              <a:t>2018. 05. 29.</a:t>
            </a:r>
          </a:p>
          <a:p>
            <a:pPr>
              <a:defRPr b="0">
                <a:latin typeface="나눔손글씨 붓"/>
                <a:ea typeface="나눔손글씨 붓"/>
                <a:cs typeface="나눔손글씨 붓"/>
                <a:sym typeface="나눔손글씨 붓"/>
              </a:defRPr>
            </a:pPr>
            <a:r>
              <a:t>Made by doorbw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25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선"/>
          <p:cNvSpPr/>
          <p:nvPr/>
        </p:nvSpPr>
        <p:spPr>
          <a:xfrm>
            <a:off x="1773437" y="1604892"/>
            <a:ext cx="11294501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27" name="Flask가 뭔데?…"/>
          <p:cNvSpPr txBox="1"/>
          <p:nvPr/>
        </p:nvSpPr>
        <p:spPr>
          <a:xfrm>
            <a:off x="2882766" y="2475583"/>
            <a:ext cx="7239268" cy="6028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76250" indent="-476250" algn="l">
              <a:buSzPct val="100000"/>
              <a:buAutoNum type="arabicPeriod" startAt="1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Flask가 뭔데?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2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Flask 설치해보기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3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Flask 기본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4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실습(구구단 계산 페이지)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5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실습(학교 공지사항 크롤링)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30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2" name="Flask?"/>
          <p:cNvSpPr txBox="1"/>
          <p:nvPr/>
        </p:nvSpPr>
        <p:spPr>
          <a:xfrm>
            <a:off x="4757673" y="3168597"/>
            <a:ext cx="3489453" cy="1315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lvl1pPr>
          </a:lstStyle>
          <a:p>
            <a:pPr/>
            <a:r>
              <a:t>Flask?</a:t>
            </a:r>
          </a:p>
        </p:txBody>
      </p:sp>
      <p:pic>
        <p:nvPicPr>
          <p:cNvPr id="133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38399" y="4333833"/>
            <a:ext cx="8128001" cy="2743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36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8" name="Flask?…"/>
          <p:cNvSpPr txBox="1"/>
          <p:nvPr/>
        </p:nvSpPr>
        <p:spPr>
          <a:xfrm>
            <a:off x="2965195" y="2694887"/>
            <a:ext cx="7074409" cy="226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Flask?</a:t>
            </a:r>
          </a:p>
          <a:p>
            <a:pPr>
              <a:defRPr b="0" sz="6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Web Framework!</a:t>
            </a:r>
          </a:p>
        </p:txBody>
      </p:sp>
      <p:pic>
        <p:nvPicPr>
          <p:cNvPr id="139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4549" y="5009785"/>
            <a:ext cx="6235701" cy="2438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42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4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32399" y="4784142"/>
            <a:ext cx="2540001" cy="254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Web Framework…?"/>
          <p:cNvSpPr txBox="1"/>
          <p:nvPr/>
        </p:nvSpPr>
        <p:spPr>
          <a:xfrm>
            <a:off x="2536951" y="3596587"/>
            <a:ext cx="7930897" cy="101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6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lvl1pPr>
          </a:lstStyle>
          <a:p>
            <a:pPr/>
            <a:r>
              <a:t>Web Framework…?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48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0" name="쉽게 생각하자!…"/>
          <p:cNvSpPr txBox="1"/>
          <p:nvPr/>
        </p:nvSpPr>
        <p:spPr>
          <a:xfrm>
            <a:off x="3001010" y="2835816"/>
            <a:ext cx="7002781" cy="506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쉽게 생각하자!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경로설정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함수처리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db관리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.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.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53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5" name="쉽게 생각하자!…"/>
          <p:cNvSpPr txBox="1"/>
          <p:nvPr/>
        </p:nvSpPr>
        <p:spPr>
          <a:xfrm>
            <a:off x="3001010" y="2835816"/>
            <a:ext cx="7002781" cy="506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쉽게 생각하자!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경로설정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함수처리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db관리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.</a:t>
            </a:r>
          </a:p>
          <a:p>
            <a:pPr>
              <a:defRPr b="0" sz="4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.</a:t>
            </a:r>
          </a:p>
        </p:txBody>
      </p:sp>
      <p:pic>
        <p:nvPicPr>
          <p:cNvPr id="156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28835" y="4091617"/>
            <a:ext cx="8947130" cy="34986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59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1" name="설치도 쉽다!…"/>
          <p:cNvSpPr txBox="1"/>
          <p:nvPr/>
        </p:nvSpPr>
        <p:spPr>
          <a:xfrm>
            <a:off x="3024346" y="3192027"/>
            <a:ext cx="6956108" cy="1569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설치도 쉽다!</a:t>
            </a:r>
          </a:p>
          <a:p>
            <a:pPr>
              <a:defRPr b="0" sz="15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참고: http://jeremyko.blogspot.kr/2012/09/python-flask-windows.html</a:t>
            </a:r>
          </a:p>
        </p:txBody>
      </p:sp>
      <p:sp>
        <p:nvSpPr>
          <p:cNvPr id="162" name="pip install flask"/>
          <p:cNvSpPr txBox="1"/>
          <p:nvPr/>
        </p:nvSpPr>
        <p:spPr>
          <a:xfrm>
            <a:off x="3261740" y="5829484"/>
            <a:ext cx="6481319" cy="115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pip install flask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65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67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75601" y="1880638"/>
            <a:ext cx="8253598" cy="5540877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이게 뭘까?"/>
          <p:cNvSpPr txBox="1"/>
          <p:nvPr/>
        </p:nvSpPr>
        <p:spPr>
          <a:xfrm>
            <a:off x="5354573" y="7531145"/>
            <a:ext cx="2295653" cy="751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이게 뭘까?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7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3" name="구구단 계산하는 페이지 만들기"/>
          <p:cNvSpPr txBox="1"/>
          <p:nvPr/>
        </p:nvSpPr>
        <p:spPr>
          <a:xfrm>
            <a:off x="1324609" y="2858334"/>
            <a:ext cx="10355581" cy="101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6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lvl1pPr>
          </a:lstStyle>
          <a:p>
            <a:pPr/>
            <a:r>
              <a:t>구구단 계산하는 페이지 만들기</a:t>
            </a:r>
          </a:p>
        </p:txBody>
      </p:sp>
      <p:sp>
        <p:nvSpPr>
          <p:cNvPr id="174" name="메인…"/>
          <p:cNvSpPr/>
          <p:nvPr/>
        </p:nvSpPr>
        <p:spPr>
          <a:xfrm>
            <a:off x="2153209" y="5141927"/>
            <a:ext cx="2111018" cy="17406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0" sz="2200">
                <a:latin typeface="+mn-lt"/>
                <a:ea typeface="+mn-ea"/>
                <a:cs typeface="+mn-cs"/>
                <a:sym typeface="Helvetica Neue Medium"/>
              </a:defRPr>
            </a:pPr>
            <a:r>
              <a:t>메인</a:t>
            </a:r>
          </a:p>
          <a:p>
            <a:pPr>
              <a:defRPr b="0" sz="2200">
                <a:latin typeface="+mn-lt"/>
                <a:ea typeface="+mn-ea"/>
                <a:cs typeface="+mn-cs"/>
                <a:sym typeface="Helvetica Neue Medium"/>
              </a:defRPr>
            </a:pPr>
            <a:r>
              <a:t>(숫자입력해!)</a:t>
            </a:r>
          </a:p>
        </p:txBody>
      </p:sp>
      <p:sp>
        <p:nvSpPr>
          <p:cNvPr id="175" name="@계산중@"/>
          <p:cNvSpPr/>
          <p:nvPr/>
        </p:nvSpPr>
        <p:spPr>
          <a:xfrm>
            <a:off x="5429371" y="5141927"/>
            <a:ext cx="2111018" cy="17406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0" sz="22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@계산중@</a:t>
            </a:r>
          </a:p>
        </p:txBody>
      </p:sp>
      <p:sp>
        <p:nvSpPr>
          <p:cNvPr id="176" name="메인…"/>
          <p:cNvSpPr/>
          <p:nvPr/>
        </p:nvSpPr>
        <p:spPr>
          <a:xfrm>
            <a:off x="8705533" y="5141927"/>
            <a:ext cx="2111018" cy="17406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0" sz="2200">
                <a:latin typeface="+mn-lt"/>
                <a:ea typeface="+mn-ea"/>
                <a:cs typeface="+mn-cs"/>
                <a:sym typeface="Helvetica Neue Medium"/>
              </a:defRPr>
            </a:pPr>
            <a:r>
              <a:t>메인</a:t>
            </a:r>
          </a:p>
          <a:p>
            <a:pPr>
              <a:defRPr b="0" sz="2200">
                <a:latin typeface="+mn-lt"/>
                <a:ea typeface="+mn-ea"/>
                <a:cs typeface="+mn-cs"/>
                <a:sym typeface="Helvetica Neue Medium"/>
              </a:defRPr>
            </a:pPr>
            <a:r>
              <a:t>(정답은 ~)</a:t>
            </a:r>
          </a:p>
        </p:txBody>
      </p:sp>
      <p:sp>
        <p:nvSpPr>
          <p:cNvPr id="177" name="선"/>
          <p:cNvSpPr/>
          <p:nvPr/>
        </p:nvSpPr>
        <p:spPr>
          <a:xfrm>
            <a:off x="4563037" y="6012246"/>
            <a:ext cx="5675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8" name="선"/>
          <p:cNvSpPr/>
          <p:nvPr/>
        </p:nvSpPr>
        <p:spPr>
          <a:xfrm>
            <a:off x="7839199" y="6012246"/>
            <a:ext cx="56752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8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3" name="학교 공지사항 크롤링"/>
          <p:cNvSpPr txBox="1"/>
          <p:nvPr/>
        </p:nvSpPr>
        <p:spPr>
          <a:xfrm>
            <a:off x="2909570" y="2858334"/>
            <a:ext cx="7185661" cy="101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6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lvl1pPr>
          </a:lstStyle>
          <a:p>
            <a:pPr/>
            <a:r>
              <a:t>학교 공지사항 크롤링</a:t>
            </a:r>
          </a:p>
        </p:txBody>
      </p:sp>
      <p:sp>
        <p:nvSpPr>
          <p:cNvPr id="184" name="Request…"/>
          <p:cNvSpPr txBox="1"/>
          <p:nvPr/>
        </p:nvSpPr>
        <p:spPr>
          <a:xfrm>
            <a:off x="3891406" y="4580522"/>
            <a:ext cx="5221987" cy="1959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000"/>
            </a:pPr>
            <a:r>
              <a:t>Request</a:t>
            </a:r>
          </a:p>
          <a:p>
            <a:pPr>
              <a:defRPr sz="6000"/>
            </a:pPr>
            <a:r>
              <a:t>BeautifulSoup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ask 가지고 놀기_5월 29일"/>
          <p:cNvSpPr txBox="1"/>
          <p:nvPr/>
        </p:nvSpPr>
        <p:spPr>
          <a:xfrm>
            <a:off x="1740491" y="746724"/>
            <a:ext cx="552762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놀기_5월 29일</a:t>
            </a:r>
          </a:p>
        </p:txBody>
      </p:sp>
      <p:pic>
        <p:nvPicPr>
          <p:cNvPr id="187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9" name="다음주에는?…"/>
          <p:cNvSpPr txBox="1"/>
          <p:nvPr/>
        </p:nvSpPr>
        <p:spPr>
          <a:xfrm>
            <a:off x="2647442" y="2969955"/>
            <a:ext cx="7709917" cy="381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7000" u="sng"/>
            </a:pPr>
            <a:r>
              <a:t>다음주에는?</a:t>
            </a:r>
          </a:p>
          <a:p>
            <a:pPr>
              <a:defRPr sz="4000"/>
            </a:pPr>
          </a:p>
          <a:p>
            <a:pPr>
              <a:defRPr sz="4000"/>
            </a:pPr>
            <a:r>
              <a:t>이메일인증을 통한 회원가입 구현하기</a:t>
            </a:r>
          </a:p>
          <a:p>
            <a:pPr>
              <a:defRPr sz="4000"/>
            </a:pPr>
          </a:p>
          <a:p>
            <a:pPr>
              <a:defRPr sz="4000"/>
            </a:pPr>
            <a:r>
              <a:t>Mysql 연결을 해볼까 말까..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