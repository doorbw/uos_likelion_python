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tif" ContentType="image/t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3004800" cy="9753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1pPr>
    <a:lvl2pPr marL="0" marR="0" indent="228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2pPr>
    <a:lvl3pPr marL="0" marR="0" indent="457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3pPr>
    <a:lvl4pPr marL="0" marR="0" indent="685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4pPr>
    <a:lvl5pPr marL="0" marR="0" indent="9144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5pPr>
    <a:lvl6pPr marL="0" marR="0" indent="11430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6pPr>
    <a:lvl7pPr marL="0" marR="0" indent="1371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7pPr>
    <a:lvl8pPr marL="0" marR="0" indent="1600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8pPr>
    <a:lvl9pPr marL="0" marR="0" indent="1828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>
              <a:lumOff val="-13575"/>
            </a:schemeClr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>
              <a:hueOff val="114395"/>
              <a:lumOff val="-24975"/>
            </a:schemeClr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12700" cap="flat">
              <a:solidFill>
                <a:srgbClr val="B8B8B8"/>
              </a:solidFill>
              <a:prstDash val="solid"/>
              <a:miter lim="400000"/>
            </a:ln>
          </a:top>
          <a:bottom>
            <a:ln w="12700" cap="flat">
              <a:solidFill>
                <a:srgbClr val="B8B8B8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E1E0DA"/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chemeClr val="accent3">
              <a:hueOff val="362282"/>
              <a:satOff val="31803"/>
              <a:lumOff val="-18242"/>
            </a:schemeClr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254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929292"/>
              </a:solidFill>
              <a:prstDash val="solid"/>
              <a:miter lim="400000"/>
            </a:ln>
          </a:left>
          <a:right>
            <a:ln w="12700" cap="flat">
              <a:solidFill>
                <a:srgbClr val="929292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929292"/>
              </a:solidFill>
              <a:prstDash val="solid"/>
              <a:miter lim="400000"/>
            </a:ln>
          </a:insideH>
          <a:insideV>
            <a:ln w="12700" cap="flat">
              <a:solidFill>
                <a:srgbClr val="929292"/>
              </a:solidFill>
              <a:prstDash val="solid"/>
              <a:miter lim="400000"/>
            </a:ln>
          </a:insideV>
        </a:tcBdr>
        <a:fill>
          <a:solidFill>
            <a:srgbClr val="017101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Helvetica Neue Light"/>
          <a:ea typeface="Helvetica Neue Light"/>
          <a:cs typeface="Helvetica Neue Light"/>
        </a:font>
        <a:srgbClr val="000000"/>
      </a:tcTxStyle>
      <a:tcStyle>
        <a:tcBdr>
          <a:lef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rgbClr val="EDEADD"/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F9BA00"/>
          </a:solidFill>
        </a:fill>
      </a:tcStyle>
    </a:firstCol>
    <a:la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DADBDA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chemeClr val="accent6">
              <a:hueOff val="-146070"/>
              <a:satOff val="-10048"/>
              <a:lumOff val="-30626"/>
            </a:schemeClr>
          </a:solidFill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C24785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C24785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B5B5C1"/>
          </a:solidFill>
        </a:fill>
      </a:tcStyle>
    </a:wholeTbl>
    <a:band2H>
      <a:tcTxStyle/>
      <a:tcStyle>
        <a:tcBdr/>
        <a:fill>
          <a:solidFill>
            <a:srgbClr val="9A9AA5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53585F"/>
          </a:solidFill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98089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98089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54"/>
  </p:normalViewPr>
  <p:slideViewPr>
    <p:cSldViewPr snapToGrid="0" snapToObjects="1">
      <p:cViewPr varScale="1">
        <p:scale>
          <a:sx n="76" d="100"/>
          <a:sy n="76" d="100"/>
        </p:scale>
        <p:origin x="1768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hape 116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7" name="Shape 117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및 부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제목 텍스트"/>
          <p:cNvSpPr txBox="1">
            <a:spLocks noGrp="1"/>
          </p:cNvSpPr>
          <p:nvPr>
            <p:ph type="title"/>
          </p:nvPr>
        </p:nvSpPr>
        <p:spPr>
          <a:xfrm>
            <a:off x="1270000" y="1638300"/>
            <a:ext cx="10464800" cy="3302000"/>
          </a:xfrm>
          <a:prstGeom prst="rect">
            <a:avLst/>
          </a:prstGeom>
        </p:spPr>
        <p:txBody>
          <a:bodyPr anchor="b"/>
          <a:lstStyle/>
          <a:p>
            <a:r>
              <a:t>제목 텍스트</a:t>
            </a:r>
          </a:p>
        </p:txBody>
      </p:sp>
      <p:sp>
        <p:nvSpPr>
          <p:cNvPr id="12" name="본문 첫 번째 줄…"/>
          <p:cNvSpPr txBox="1">
            <a:spLocks noGrp="1"/>
          </p:cNvSpPr>
          <p:nvPr>
            <p:ph type="body" sz="quarter" idx="1"/>
          </p:nvPr>
        </p:nvSpPr>
        <p:spPr>
          <a:xfrm>
            <a:off x="1270000" y="5041900"/>
            <a:ext cx="10464800" cy="11303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3700"/>
            </a:lvl1pPr>
            <a:lvl2pPr marL="0" indent="0" algn="ctr">
              <a:spcBef>
                <a:spcPts val="0"/>
              </a:spcBef>
              <a:buSzTx/>
              <a:buNone/>
              <a:defRPr sz="3700"/>
            </a:lvl2pPr>
            <a:lvl3pPr marL="0" indent="0" algn="ctr">
              <a:spcBef>
                <a:spcPts val="0"/>
              </a:spcBef>
              <a:buSzTx/>
              <a:buNone/>
              <a:defRPr sz="3700"/>
            </a:lvl3pPr>
            <a:lvl4pPr marL="0" indent="0" algn="ctr">
              <a:spcBef>
                <a:spcPts val="0"/>
              </a:spcBef>
              <a:buSzTx/>
              <a:buNone/>
              <a:defRPr sz="3700"/>
            </a:lvl4pPr>
            <a:lvl5pPr marL="0" indent="0" algn="ctr">
              <a:spcBef>
                <a:spcPts val="0"/>
              </a:spcBef>
              <a:buSzTx/>
              <a:buNone/>
              <a:defRPr sz="3700"/>
            </a:lvl5pPr>
          </a:lstStyle>
          <a:p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13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사진 - 수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이미지"/>
          <p:cNvSpPr>
            <a:spLocks noGrp="1"/>
          </p:cNvSpPr>
          <p:nvPr>
            <p:ph type="pic" idx="13"/>
          </p:nvPr>
        </p:nvSpPr>
        <p:spPr>
          <a:xfrm>
            <a:off x="1625600" y="673100"/>
            <a:ext cx="9753600" cy="59055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21" name="제목 텍스트"/>
          <p:cNvSpPr txBox="1">
            <a:spLocks noGrp="1"/>
          </p:cNvSpPr>
          <p:nvPr>
            <p:ph type="title"/>
          </p:nvPr>
        </p:nvSpPr>
        <p:spPr>
          <a:xfrm>
            <a:off x="1270000" y="6718300"/>
            <a:ext cx="10464800" cy="1422400"/>
          </a:xfrm>
          <a:prstGeom prst="rect">
            <a:avLst/>
          </a:prstGeom>
        </p:spPr>
        <p:txBody>
          <a:bodyPr anchor="b"/>
          <a:lstStyle/>
          <a:p>
            <a:r>
              <a:t>제목 텍스트</a:t>
            </a:r>
          </a:p>
        </p:txBody>
      </p:sp>
      <p:sp>
        <p:nvSpPr>
          <p:cNvPr id="22" name="본문 첫 번째 줄…"/>
          <p:cNvSpPr txBox="1">
            <a:spLocks noGrp="1"/>
          </p:cNvSpPr>
          <p:nvPr>
            <p:ph type="body" sz="quarter" idx="1"/>
          </p:nvPr>
        </p:nvSpPr>
        <p:spPr>
          <a:xfrm>
            <a:off x="1270000" y="8153400"/>
            <a:ext cx="10464800" cy="11303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3700"/>
            </a:lvl1pPr>
            <a:lvl2pPr marL="0" indent="0" algn="ctr">
              <a:spcBef>
                <a:spcPts val="0"/>
              </a:spcBef>
              <a:buSzTx/>
              <a:buNone/>
              <a:defRPr sz="3700"/>
            </a:lvl2pPr>
            <a:lvl3pPr marL="0" indent="0" algn="ctr">
              <a:spcBef>
                <a:spcPts val="0"/>
              </a:spcBef>
              <a:buSzTx/>
              <a:buNone/>
              <a:defRPr sz="3700"/>
            </a:lvl3pPr>
            <a:lvl4pPr marL="0" indent="0" algn="ctr">
              <a:spcBef>
                <a:spcPts val="0"/>
              </a:spcBef>
              <a:buSzTx/>
              <a:buNone/>
              <a:defRPr sz="3700"/>
            </a:lvl4pPr>
            <a:lvl5pPr marL="0" indent="0" algn="ctr">
              <a:spcBef>
                <a:spcPts val="0"/>
              </a:spcBef>
              <a:buSzTx/>
              <a:buNone/>
              <a:defRPr sz="3700"/>
            </a:lvl5pPr>
          </a:lstStyle>
          <a:p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23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제목 - 가운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제목 텍스트"/>
          <p:cNvSpPr txBox="1">
            <a:spLocks noGrp="1"/>
          </p:cNvSpPr>
          <p:nvPr>
            <p:ph type="title"/>
          </p:nvPr>
        </p:nvSpPr>
        <p:spPr>
          <a:xfrm>
            <a:off x="1270000" y="3225800"/>
            <a:ext cx="10464800" cy="3302000"/>
          </a:xfrm>
          <a:prstGeom prst="rect">
            <a:avLst/>
          </a:prstGeom>
        </p:spPr>
        <p:txBody>
          <a:bodyPr/>
          <a:lstStyle/>
          <a:p>
            <a:r>
              <a:t>제목 텍스트</a:t>
            </a:r>
          </a:p>
        </p:txBody>
      </p:sp>
      <p:sp>
        <p:nvSpPr>
          <p:cNvPr id="31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사진 - 수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이미지"/>
          <p:cNvSpPr>
            <a:spLocks noGrp="1"/>
          </p:cNvSpPr>
          <p:nvPr>
            <p:ph type="pic" sz="half" idx="13"/>
          </p:nvPr>
        </p:nvSpPr>
        <p:spPr>
          <a:xfrm>
            <a:off x="6718300" y="635000"/>
            <a:ext cx="5334000" cy="82169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39" name="제목 텍스트"/>
          <p:cNvSpPr txBox="1">
            <a:spLocks noGrp="1"/>
          </p:cNvSpPr>
          <p:nvPr>
            <p:ph type="title"/>
          </p:nvPr>
        </p:nvSpPr>
        <p:spPr>
          <a:xfrm>
            <a:off x="952500" y="635000"/>
            <a:ext cx="5334000" cy="39878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t>제목 텍스트</a:t>
            </a:r>
          </a:p>
        </p:txBody>
      </p:sp>
      <p:sp>
        <p:nvSpPr>
          <p:cNvPr id="40" name="본문 첫 번째 줄…"/>
          <p:cNvSpPr txBox="1">
            <a:spLocks noGrp="1"/>
          </p:cNvSpPr>
          <p:nvPr>
            <p:ph type="body" sz="quarter" idx="1"/>
          </p:nvPr>
        </p:nvSpPr>
        <p:spPr>
          <a:xfrm>
            <a:off x="952500" y="4724400"/>
            <a:ext cx="5334000" cy="41148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3700"/>
            </a:lvl1pPr>
            <a:lvl2pPr marL="0" indent="0" algn="ctr">
              <a:spcBef>
                <a:spcPts val="0"/>
              </a:spcBef>
              <a:buSzTx/>
              <a:buNone/>
              <a:defRPr sz="3700"/>
            </a:lvl2pPr>
            <a:lvl3pPr marL="0" indent="0" algn="ctr">
              <a:spcBef>
                <a:spcPts val="0"/>
              </a:spcBef>
              <a:buSzTx/>
              <a:buNone/>
              <a:defRPr sz="3700"/>
            </a:lvl3pPr>
            <a:lvl4pPr marL="0" indent="0" algn="ctr">
              <a:spcBef>
                <a:spcPts val="0"/>
              </a:spcBef>
              <a:buSzTx/>
              <a:buNone/>
              <a:defRPr sz="3700"/>
            </a:lvl4pPr>
            <a:lvl5pPr marL="0" indent="0" algn="ctr">
              <a:spcBef>
                <a:spcPts val="0"/>
              </a:spcBef>
              <a:buSzTx/>
              <a:buNone/>
              <a:defRPr sz="3700"/>
            </a:lvl5pPr>
          </a:lstStyle>
          <a:p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41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제목 - 상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제목 텍스트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제목 텍스트</a:t>
            </a:r>
          </a:p>
        </p:txBody>
      </p:sp>
      <p:sp>
        <p:nvSpPr>
          <p:cNvPr id="49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제목 및 구분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제목 텍스트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제목 텍스트</a:t>
            </a:r>
          </a:p>
        </p:txBody>
      </p:sp>
      <p:sp>
        <p:nvSpPr>
          <p:cNvPr id="57" name="본문 첫 번째 줄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58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제목, 구분점 및 사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이미지"/>
          <p:cNvSpPr>
            <a:spLocks noGrp="1"/>
          </p:cNvSpPr>
          <p:nvPr>
            <p:ph type="pic" sz="half" idx="13"/>
          </p:nvPr>
        </p:nvSpPr>
        <p:spPr>
          <a:xfrm>
            <a:off x="6718300" y="2590800"/>
            <a:ext cx="5334000" cy="62865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제목 텍스트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제목 텍스트</a:t>
            </a:r>
          </a:p>
        </p:txBody>
      </p:sp>
      <p:sp>
        <p:nvSpPr>
          <p:cNvPr id="67" name="본문 첫 번째 줄…"/>
          <p:cNvSpPr txBox="1">
            <a:spLocks noGrp="1"/>
          </p:cNvSpPr>
          <p:nvPr>
            <p:ph type="body" sz="half" idx="1"/>
          </p:nvPr>
        </p:nvSpPr>
        <p:spPr>
          <a:xfrm>
            <a:off x="952500" y="2590800"/>
            <a:ext cx="5334000" cy="6286500"/>
          </a:xfrm>
          <a:prstGeom prst="rect">
            <a:avLst/>
          </a:prstGeom>
        </p:spPr>
        <p:txBody>
          <a:bodyPr/>
          <a:lstStyle>
            <a:lvl1pPr marL="342900" indent="-342900">
              <a:spcBef>
                <a:spcPts val="3200"/>
              </a:spcBef>
              <a:defRPr sz="2800"/>
            </a:lvl1pPr>
            <a:lvl2pPr marL="685800" indent="-342900">
              <a:spcBef>
                <a:spcPts val="3200"/>
              </a:spcBef>
              <a:defRPr sz="2800"/>
            </a:lvl2pPr>
            <a:lvl3pPr marL="1028700" indent="-342900">
              <a:spcBef>
                <a:spcPts val="3200"/>
              </a:spcBef>
              <a:defRPr sz="2800"/>
            </a:lvl3pPr>
            <a:lvl4pPr marL="1371600" indent="-342900">
              <a:spcBef>
                <a:spcPts val="3200"/>
              </a:spcBef>
              <a:defRPr sz="2800"/>
            </a:lvl4pPr>
            <a:lvl5pPr marL="1714500" indent="-342900">
              <a:spcBef>
                <a:spcPts val="3200"/>
              </a:spcBef>
              <a:defRPr sz="2800"/>
            </a:lvl5pPr>
          </a:lstStyle>
          <a:p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68" name="슬라이드 번호"/>
          <p:cNvSpPr txBox="1">
            <a:spLocks noGrp="1"/>
          </p:cNvSpPr>
          <p:nvPr>
            <p:ph type="sldNum" sz="quarter" idx="2"/>
          </p:nvPr>
        </p:nvSpPr>
        <p:spPr>
          <a:xfrm>
            <a:off x="6341888" y="9296400"/>
            <a:ext cx="314250" cy="342900"/>
          </a:xfrm>
          <a:prstGeom prst="rect">
            <a:avLst/>
          </a:prstGeom>
        </p:spPr>
        <p:txBody>
          <a:bodyPr/>
          <a:lstStyle>
            <a:lvl1pPr>
              <a:defRPr>
                <a:latin typeface="Apple SD 산돌고딕 Neo 옅은체"/>
                <a:ea typeface="Apple SD 산돌고딕 Neo 옅은체"/>
                <a:cs typeface="Apple SD 산돌고딕 Neo 옅은체"/>
                <a:sym typeface="Apple SD 산돌고딕 Neo 옅은체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구분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본문 첫 번째 줄…"/>
          <p:cNvSpPr txBox="1">
            <a:spLocks noGrp="1"/>
          </p:cNvSpPr>
          <p:nvPr>
            <p:ph type="body" idx="1"/>
          </p:nvPr>
        </p:nvSpPr>
        <p:spPr>
          <a:xfrm>
            <a:off x="952500" y="1270000"/>
            <a:ext cx="11099800" cy="7213600"/>
          </a:xfrm>
          <a:prstGeom prst="rect">
            <a:avLst/>
          </a:prstGeom>
        </p:spPr>
        <p:txBody>
          <a:bodyPr/>
          <a:lstStyle/>
          <a:p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76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사진 - 3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이미지"/>
          <p:cNvSpPr>
            <a:spLocks noGrp="1"/>
          </p:cNvSpPr>
          <p:nvPr>
            <p:ph type="pic" sz="quarter" idx="13"/>
          </p:nvPr>
        </p:nvSpPr>
        <p:spPr>
          <a:xfrm>
            <a:off x="6718300" y="5092700"/>
            <a:ext cx="5334000" cy="37719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4" name="이미지"/>
          <p:cNvSpPr>
            <a:spLocks noGrp="1"/>
          </p:cNvSpPr>
          <p:nvPr>
            <p:ph type="pic" sz="quarter" idx="14"/>
          </p:nvPr>
        </p:nvSpPr>
        <p:spPr>
          <a:xfrm>
            <a:off x="6718300" y="889000"/>
            <a:ext cx="5334000" cy="37719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5" name="이미지"/>
          <p:cNvSpPr>
            <a:spLocks noGrp="1"/>
          </p:cNvSpPr>
          <p:nvPr>
            <p:ph type="pic" sz="half" idx="15"/>
          </p:nvPr>
        </p:nvSpPr>
        <p:spPr>
          <a:xfrm>
            <a:off x="952500" y="889000"/>
            <a:ext cx="5334000" cy="79756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6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인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–Johnny Appleseed"/>
          <p:cNvSpPr txBox="1">
            <a:spLocks noGrp="1"/>
          </p:cNvSpPr>
          <p:nvPr>
            <p:ph type="body" sz="quarter" idx="13"/>
          </p:nvPr>
        </p:nvSpPr>
        <p:spPr>
          <a:xfrm>
            <a:off x="1270000" y="6362700"/>
            <a:ext cx="10464800" cy="461366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  <a:defRPr sz="2400" i="1"/>
            </a:lvl1pPr>
          </a:lstStyle>
          <a:p>
            <a:r>
              <a:t>–Johnny Appleseed</a:t>
            </a:r>
          </a:p>
        </p:txBody>
      </p:sp>
      <p:sp>
        <p:nvSpPr>
          <p:cNvPr id="94" name="“여기에 인용을 입력하십시오.”"/>
          <p:cNvSpPr txBox="1">
            <a:spLocks noGrp="1"/>
          </p:cNvSpPr>
          <p:nvPr>
            <p:ph type="body" sz="quarter" idx="14"/>
          </p:nvPr>
        </p:nvSpPr>
        <p:spPr>
          <a:xfrm>
            <a:off x="1270000" y="4249191"/>
            <a:ext cx="10464800" cy="645618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  <a:defRPr sz="3400">
                <a:latin typeface="+mn-lt"/>
                <a:ea typeface="+mn-ea"/>
                <a:cs typeface="+mn-cs"/>
                <a:sym typeface="Helvetica Neue Medium"/>
              </a:defRPr>
            </a:lvl1pPr>
          </a:lstStyle>
          <a:p>
            <a:r>
              <a:t>“여기에 인용을 입력하십시오.” </a:t>
            </a:r>
          </a:p>
        </p:txBody>
      </p:sp>
      <p:sp>
        <p:nvSpPr>
          <p:cNvPr id="95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사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이미지"/>
          <p:cNvSpPr>
            <a:spLocks noGrp="1"/>
          </p:cNvSpPr>
          <p:nvPr>
            <p:ph type="pic" idx="13"/>
          </p:nvPr>
        </p:nvSpPr>
        <p:spPr>
          <a:xfrm>
            <a:off x="0" y="0"/>
            <a:ext cx="13004800" cy="97536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103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텍스트"/>
          <p:cNvSpPr txBox="1">
            <a:spLocks noGrp="1"/>
          </p:cNvSpPr>
          <p:nvPr>
            <p:ph type="title"/>
          </p:nvPr>
        </p:nvSpPr>
        <p:spPr>
          <a:xfrm>
            <a:off x="952500" y="254000"/>
            <a:ext cx="11099800" cy="2159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제목 텍스트</a:t>
            </a:r>
          </a:p>
        </p:txBody>
      </p:sp>
      <p:sp>
        <p:nvSpPr>
          <p:cNvPr id="3" name="본문 첫 번째 줄…"/>
          <p:cNvSpPr txBox="1">
            <a:spLocks noGrp="1"/>
          </p:cNvSpPr>
          <p:nvPr>
            <p:ph type="body" idx="1"/>
          </p:nvPr>
        </p:nvSpPr>
        <p:spPr>
          <a:xfrm>
            <a:off x="952500" y="2590800"/>
            <a:ext cx="11099800" cy="628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4" name="슬라이드 번호"/>
          <p:cNvSpPr txBox="1">
            <a:spLocks noGrp="1"/>
          </p:cNvSpPr>
          <p:nvPr>
            <p:ph type="sldNum" sz="quarter" idx="2"/>
          </p:nvPr>
        </p:nvSpPr>
        <p:spPr>
          <a:xfrm>
            <a:off x="6328884" y="9296400"/>
            <a:ext cx="340259" cy="324306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>
              <a:defRPr sz="16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ransition spd="med"/>
  <p:txStyles>
    <p:title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1pPr>
      <a:lvl2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2pPr>
      <a:lvl3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3pPr>
      <a:lvl4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4pPr>
      <a:lvl5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5pPr>
      <a:lvl6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6pPr>
      <a:lvl7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7pPr>
      <a:lvl8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8pPr>
      <a:lvl9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9pPr>
    </p:titleStyle>
    <p:bodyStyle>
      <a:lvl1pPr marL="444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1pPr>
      <a:lvl2pPr marL="889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2pPr>
      <a:lvl3pPr marL="1333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3pPr>
      <a:lvl4pPr marL="1778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4pPr>
      <a:lvl5pPr marL="2222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5pPr>
      <a:lvl6pPr marL="2667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6pPr>
      <a:lvl7pPr marL="3111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7pPr>
      <a:lvl8pPr marL="3556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8pPr>
      <a:lvl9pPr marL="4000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1pPr>
      <a:lvl2pPr marL="0" marR="0" indent="2286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2pPr>
      <a:lvl3pPr marL="0" marR="0" indent="4572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3pPr>
      <a:lvl4pPr marL="0" marR="0" indent="6858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4pPr>
      <a:lvl5pPr marL="0" marR="0" indent="9144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5pPr>
      <a:lvl6pPr marL="0" marR="0" indent="11430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6pPr>
      <a:lvl7pPr marL="0" marR="0" indent="13716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7pPr>
      <a:lvl8pPr marL="0" marR="0" indent="16002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8pPr>
      <a:lvl9pPr marL="0" marR="0" indent="18288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t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UOS_LIKELION.png" descr="UOS_LIKELION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18805" y="376275"/>
            <a:ext cx="1855142" cy="1855142"/>
          </a:xfrm>
          <a:prstGeom prst="rect">
            <a:avLst/>
          </a:prstGeom>
          <a:ln w="12700">
            <a:miter lim="400000"/>
          </a:ln>
        </p:spPr>
      </p:pic>
      <p:pic>
        <p:nvPicPr>
          <p:cNvPr id="120" name="이미지" descr="이미지"/>
          <p:cNvPicPr>
            <a:picLocks noChangeAspect="1"/>
          </p:cNvPicPr>
          <p:nvPr/>
        </p:nvPicPr>
        <p:blipFill>
          <a:blip r:embed="rId3">
            <a:extLst/>
          </a:blip>
          <a:srcRect l="15115" t="21096" r="15115" b="25893"/>
          <a:stretch>
            <a:fillRect/>
          </a:stretch>
        </p:blipFill>
        <p:spPr>
          <a:xfrm>
            <a:off x="9568885" y="630150"/>
            <a:ext cx="3152993" cy="1347515"/>
          </a:xfrm>
          <a:prstGeom prst="rect">
            <a:avLst/>
          </a:prstGeom>
          <a:ln w="12700">
            <a:miter lim="400000"/>
          </a:ln>
        </p:spPr>
      </p:pic>
      <p:sp>
        <p:nvSpPr>
          <p:cNvPr id="121" name="UOS LIKELION Python Study"/>
          <p:cNvSpPr txBox="1"/>
          <p:nvPr/>
        </p:nvSpPr>
        <p:spPr>
          <a:xfrm>
            <a:off x="2971495" y="3131677"/>
            <a:ext cx="7061810" cy="25091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7600" b="0">
                <a:latin typeface="배달의민족 도현 OTF"/>
                <a:ea typeface="배달의민족 도현 OTF"/>
                <a:cs typeface="배달의민족 도현 OTF"/>
                <a:sym typeface="배달의민족 도현 OTF"/>
              </a:defRPr>
            </a:pPr>
            <a:r>
              <a:t>UOS LIKELION</a:t>
            </a:r>
            <a:br/>
            <a:r>
              <a:rPr sz="8100"/>
              <a:t>Python Study</a:t>
            </a:r>
          </a:p>
        </p:txBody>
      </p:sp>
      <p:sp>
        <p:nvSpPr>
          <p:cNvPr id="122" name="2018. 05. 29.…"/>
          <p:cNvSpPr txBox="1"/>
          <p:nvPr/>
        </p:nvSpPr>
        <p:spPr>
          <a:xfrm>
            <a:off x="5092065" y="8140598"/>
            <a:ext cx="2820671" cy="1181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5000" b="0">
                <a:latin typeface="나눔손글씨 붓"/>
                <a:ea typeface="나눔손글씨 붓"/>
                <a:cs typeface="나눔손글씨 붓"/>
                <a:sym typeface="나눔손글씨 붓"/>
              </a:defRPr>
            </a:pPr>
            <a:r>
              <a:t>2018. 05. 29.</a:t>
            </a:r>
          </a:p>
          <a:p>
            <a:pPr>
              <a:defRPr b="0">
                <a:latin typeface="나눔손글씨 붓"/>
                <a:ea typeface="나눔손글씨 붓"/>
                <a:cs typeface="나눔손글씨 붓"/>
                <a:sym typeface="나눔손글씨 붓"/>
              </a:defRPr>
            </a:pPr>
            <a:r>
              <a:t>Made by doorbw 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Flask 가지고 놀기_5월 29일"/>
          <p:cNvSpPr txBox="1"/>
          <p:nvPr/>
        </p:nvSpPr>
        <p:spPr>
          <a:xfrm>
            <a:off x="1740491" y="746724"/>
            <a:ext cx="5527625" cy="5824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800" b="0">
                <a:latin typeface="배달의민족 한나는 열한살 OTF"/>
                <a:ea typeface="배달의민족 한나는 열한살 OTF"/>
                <a:cs typeface="배달의민족 한나는 열한살 OTF"/>
                <a:sym typeface="배달의민족 한나는 열한살 OTF"/>
              </a:defRPr>
            </a:lvl1pPr>
          </a:lstStyle>
          <a:p>
            <a:r>
              <a:t>Flask 가지고 놀기_5월 29일</a:t>
            </a:r>
          </a:p>
        </p:txBody>
      </p:sp>
      <p:pic>
        <p:nvPicPr>
          <p:cNvPr id="125" name="UOS_LIKELION.png" descr="UOS_LIKELION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18805" y="376275"/>
            <a:ext cx="1323321" cy="1323321"/>
          </a:xfrm>
          <a:prstGeom prst="rect">
            <a:avLst/>
          </a:prstGeom>
          <a:ln w="12700">
            <a:miter lim="400000"/>
          </a:ln>
        </p:spPr>
      </p:pic>
      <p:sp>
        <p:nvSpPr>
          <p:cNvPr id="126" name="선"/>
          <p:cNvSpPr/>
          <p:nvPr/>
        </p:nvSpPr>
        <p:spPr>
          <a:xfrm>
            <a:off x="1773437" y="1604892"/>
            <a:ext cx="11294501" cy="1"/>
          </a:xfrm>
          <a:prstGeom prst="line">
            <a:avLst/>
          </a:prstGeom>
          <a:ln w="50800">
            <a:solidFill>
              <a:schemeClr val="accent1">
                <a:hueOff val="114395"/>
                <a:lumOff val="-24975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127" name="Flask가 뭔데?…"/>
          <p:cNvSpPr txBox="1"/>
          <p:nvPr/>
        </p:nvSpPr>
        <p:spPr>
          <a:xfrm>
            <a:off x="2882766" y="2475583"/>
            <a:ext cx="7239268" cy="6028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marL="476250" indent="-476250" algn="l">
              <a:buSzPct val="100000"/>
              <a:buAutoNum type="arabicPeriod"/>
              <a:defRPr sz="4300" b="0">
                <a:latin typeface="배달의민족 도현 OTF"/>
                <a:ea typeface="배달의민족 도현 OTF"/>
                <a:cs typeface="배달의민족 도현 OTF"/>
                <a:sym typeface="배달의민족 도현 OTF"/>
              </a:defRPr>
            </a:pPr>
            <a:r>
              <a:t> Flask가 뭔데?</a:t>
            </a:r>
          </a:p>
          <a:p>
            <a:pPr algn="l">
              <a:defRPr sz="4300" b="0">
                <a:latin typeface="배달의민족 도현 OTF"/>
                <a:ea typeface="배달의민족 도현 OTF"/>
                <a:cs typeface="배달의민족 도현 OTF"/>
                <a:sym typeface="배달의민족 도현 OTF"/>
              </a:defRPr>
            </a:pPr>
            <a:endParaRPr/>
          </a:p>
          <a:p>
            <a:pPr marL="476250" indent="-476250" algn="l">
              <a:buSzPct val="100000"/>
              <a:buAutoNum type="arabicPeriod" startAt="2"/>
              <a:defRPr sz="4300" b="0">
                <a:latin typeface="배달의민족 도현 OTF"/>
                <a:ea typeface="배달의민족 도현 OTF"/>
                <a:cs typeface="배달의민족 도현 OTF"/>
                <a:sym typeface="배달의민족 도현 OTF"/>
              </a:defRPr>
            </a:pPr>
            <a:r>
              <a:t> Flask 설치해보기</a:t>
            </a:r>
          </a:p>
          <a:p>
            <a:pPr algn="l">
              <a:defRPr sz="4300" b="0">
                <a:latin typeface="배달의민족 도현 OTF"/>
                <a:ea typeface="배달의민족 도현 OTF"/>
                <a:cs typeface="배달의민족 도현 OTF"/>
                <a:sym typeface="배달의민족 도현 OTF"/>
              </a:defRPr>
            </a:pPr>
            <a:endParaRPr/>
          </a:p>
          <a:p>
            <a:pPr marL="476250" indent="-476250" algn="l">
              <a:buSzPct val="100000"/>
              <a:buAutoNum type="arabicPeriod" startAt="3"/>
              <a:defRPr sz="4300" b="0">
                <a:latin typeface="배달의민족 도현 OTF"/>
                <a:ea typeface="배달의민족 도현 OTF"/>
                <a:cs typeface="배달의민족 도현 OTF"/>
                <a:sym typeface="배달의민족 도현 OTF"/>
              </a:defRPr>
            </a:pPr>
            <a:r>
              <a:t> Flask 기본</a:t>
            </a:r>
          </a:p>
          <a:p>
            <a:pPr algn="l">
              <a:defRPr sz="4300" b="0">
                <a:latin typeface="배달의민족 도현 OTF"/>
                <a:ea typeface="배달의민족 도현 OTF"/>
                <a:cs typeface="배달의민족 도현 OTF"/>
                <a:sym typeface="배달의민족 도현 OTF"/>
              </a:defRPr>
            </a:pPr>
            <a:endParaRPr/>
          </a:p>
          <a:p>
            <a:pPr marL="476250" indent="-476250" algn="l">
              <a:buSzPct val="100000"/>
              <a:buAutoNum type="arabicPeriod" startAt="4"/>
              <a:defRPr sz="4300" b="0">
                <a:latin typeface="배달의민족 도현 OTF"/>
                <a:ea typeface="배달의민족 도현 OTF"/>
                <a:cs typeface="배달의민족 도현 OTF"/>
                <a:sym typeface="배달의민족 도현 OTF"/>
              </a:defRPr>
            </a:pPr>
            <a:r>
              <a:t> 실습(구구단 계산 페이지)</a:t>
            </a:r>
          </a:p>
          <a:p>
            <a:pPr algn="l">
              <a:defRPr sz="4300" b="0">
                <a:latin typeface="배달의민족 도현 OTF"/>
                <a:ea typeface="배달의민족 도현 OTF"/>
                <a:cs typeface="배달의민족 도현 OTF"/>
                <a:sym typeface="배달의민족 도현 OTF"/>
              </a:defRPr>
            </a:pPr>
            <a:endParaRPr/>
          </a:p>
          <a:p>
            <a:pPr marL="476250" indent="-476250" algn="l">
              <a:buSzPct val="100000"/>
              <a:buAutoNum type="arabicPeriod" startAt="5"/>
              <a:defRPr sz="4300" b="0">
                <a:latin typeface="배달의민족 도현 OTF"/>
                <a:ea typeface="배달의민족 도현 OTF"/>
                <a:cs typeface="배달의민족 도현 OTF"/>
                <a:sym typeface="배달의민족 도현 OTF"/>
              </a:defRPr>
            </a:pPr>
            <a:r>
              <a:t> 실습(학교 공지사항 크롤링)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Flask 가지고 놀기_5월 29일"/>
          <p:cNvSpPr txBox="1"/>
          <p:nvPr/>
        </p:nvSpPr>
        <p:spPr>
          <a:xfrm>
            <a:off x="1740491" y="746724"/>
            <a:ext cx="5527625" cy="5824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800" b="0">
                <a:latin typeface="배달의민족 한나는 열한살 OTF"/>
                <a:ea typeface="배달의민족 한나는 열한살 OTF"/>
                <a:cs typeface="배달의민족 한나는 열한살 OTF"/>
                <a:sym typeface="배달의민족 한나는 열한살 OTF"/>
              </a:defRPr>
            </a:lvl1pPr>
          </a:lstStyle>
          <a:p>
            <a:r>
              <a:t>Flask 가지고 놀기_5월 29일</a:t>
            </a:r>
          </a:p>
        </p:txBody>
      </p:sp>
      <p:pic>
        <p:nvPicPr>
          <p:cNvPr id="130" name="UOS_LIKELION.png" descr="UOS_LIKELION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18805" y="376275"/>
            <a:ext cx="1323321" cy="1323321"/>
          </a:xfrm>
          <a:prstGeom prst="rect">
            <a:avLst/>
          </a:prstGeom>
          <a:ln w="12700">
            <a:miter lim="400000"/>
          </a:ln>
        </p:spPr>
      </p:pic>
      <p:sp>
        <p:nvSpPr>
          <p:cNvPr id="131" name="선"/>
          <p:cNvSpPr/>
          <p:nvPr/>
        </p:nvSpPr>
        <p:spPr>
          <a:xfrm>
            <a:off x="1773437" y="1604892"/>
            <a:ext cx="11294502" cy="1"/>
          </a:xfrm>
          <a:prstGeom prst="line">
            <a:avLst/>
          </a:prstGeom>
          <a:ln w="50800">
            <a:solidFill>
              <a:schemeClr val="accent1">
                <a:hueOff val="114395"/>
                <a:lumOff val="-24975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132" name="Flask?"/>
          <p:cNvSpPr txBox="1"/>
          <p:nvPr/>
        </p:nvSpPr>
        <p:spPr>
          <a:xfrm>
            <a:off x="4757673" y="3168597"/>
            <a:ext cx="3489453" cy="1315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8000" b="0">
                <a:latin typeface="배달의민족 도현 OTF"/>
                <a:ea typeface="배달의민족 도현 OTF"/>
                <a:cs typeface="배달의민족 도현 OTF"/>
                <a:sym typeface="배달의민족 도현 OTF"/>
              </a:defRPr>
            </a:lvl1pPr>
          </a:lstStyle>
          <a:p>
            <a:r>
              <a:t>Flask?</a:t>
            </a:r>
          </a:p>
        </p:txBody>
      </p:sp>
      <p:pic>
        <p:nvPicPr>
          <p:cNvPr id="133" name="이미지" descr="이미지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438399" y="4333833"/>
            <a:ext cx="8128001" cy="27432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Flask 가지고 놀기_5월 29일"/>
          <p:cNvSpPr txBox="1"/>
          <p:nvPr/>
        </p:nvSpPr>
        <p:spPr>
          <a:xfrm>
            <a:off x="1740491" y="746724"/>
            <a:ext cx="5527625" cy="5824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800" b="0">
                <a:latin typeface="배달의민족 한나는 열한살 OTF"/>
                <a:ea typeface="배달의민족 한나는 열한살 OTF"/>
                <a:cs typeface="배달의민족 한나는 열한살 OTF"/>
                <a:sym typeface="배달의민족 한나는 열한살 OTF"/>
              </a:defRPr>
            </a:lvl1pPr>
          </a:lstStyle>
          <a:p>
            <a:r>
              <a:t>Flask 가지고 놀기_5월 29일</a:t>
            </a:r>
          </a:p>
        </p:txBody>
      </p:sp>
      <p:pic>
        <p:nvPicPr>
          <p:cNvPr id="136" name="UOS_LIKELION.png" descr="UOS_LIKELION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18805" y="376275"/>
            <a:ext cx="1323321" cy="1323321"/>
          </a:xfrm>
          <a:prstGeom prst="rect">
            <a:avLst/>
          </a:prstGeom>
          <a:ln w="12700">
            <a:miter lim="400000"/>
          </a:ln>
        </p:spPr>
      </p:pic>
      <p:sp>
        <p:nvSpPr>
          <p:cNvPr id="137" name="선"/>
          <p:cNvSpPr/>
          <p:nvPr/>
        </p:nvSpPr>
        <p:spPr>
          <a:xfrm>
            <a:off x="1773437" y="1604892"/>
            <a:ext cx="11294502" cy="1"/>
          </a:xfrm>
          <a:prstGeom prst="line">
            <a:avLst/>
          </a:prstGeom>
          <a:ln w="50800">
            <a:solidFill>
              <a:schemeClr val="accent1">
                <a:hueOff val="114395"/>
                <a:lumOff val="-24975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138" name="Flask?…"/>
          <p:cNvSpPr txBox="1"/>
          <p:nvPr/>
        </p:nvSpPr>
        <p:spPr>
          <a:xfrm>
            <a:off x="2965195" y="2694887"/>
            <a:ext cx="7074409" cy="2263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8000" b="0">
                <a:latin typeface="배달의민족 도현 OTF"/>
                <a:ea typeface="배달의민족 도현 OTF"/>
                <a:cs typeface="배달의민족 도현 OTF"/>
                <a:sym typeface="배달의민족 도현 OTF"/>
              </a:defRPr>
            </a:pPr>
            <a:r>
              <a:t>Flask?</a:t>
            </a:r>
          </a:p>
          <a:p>
            <a:pPr>
              <a:defRPr sz="6000" b="0">
                <a:latin typeface="배달의민족 도현 OTF"/>
                <a:ea typeface="배달의민족 도현 OTF"/>
                <a:cs typeface="배달의민족 도현 OTF"/>
                <a:sym typeface="배달의민족 도현 OTF"/>
              </a:defRPr>
            </a:pPr>
            <a:r>
              <a:t>Web Framework!</a:t>
            </a:r>
          </a:p>
        </p:txBody>
      </p:sp>
      <p:pic>
        <p:nvPicPr>
          <p:cNvPr id="139" name="이미지" descr="이미지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384549" y="5009785"/>
            <a:ext cx="6235701" cy="24384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Flask 가지고 놀기_5월 29일"/>
          <p:cNvSpPr txBox="1"/>
          <p:nvPr/>
        </p:nvSpPr>
        <p:spPr>
          <a:xfrm>
            <a:off x="1740491" y="746724"/>
            <a:ext cx="5527625" cy="5824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800" b="0">
                <a:latin typeface="배달의민족 한나는 열한살 OTF"/>
                <a:ea typeface="배달의민족 한나는 열한살 OTF"/>
                <a:cs typeface="배달의민족 한나는 열한살 OTF"/>
                <a:sym typeface="배달의민족 한나는 열한살 OTF"/>
              </a:defRPr>
            </a:lvl1pPr>
          </a:lstStyle>
          <a:p>
            <a:r>
              <a:t>Flask 가지고 놀기_5월 29일</a:t>
            </a:r>
          </a:p>
        </p:txBody>
      </p:sp>
      <p:pic>
        <p:nvPicPr>
          <p:cNvPr id="142" name="UOS_LIKELION.png" descr="UOS_LIKELION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18805" y="376275"/>
            <a:ext cx="1323321" cy="1323321"/>
          </a:xfrm>
          <a:prstGeom prst="rect">
            <a:avLst/>
          </a:prstGeom>
          <a:ln w="12700">
            <a:miter lim="400000"/>
          </a:ln>
        </p:spPr>
      </p:pic>
      <p:sp>
        <p:nvSpPr>
          <p:cNvPr id="143" name="선"/>
          <p:cNvSpPr/>
          <p:nvPr/>
        </p:nvSpPr>
        <p:spPr>
          <a:xfrm>
            <a:off x="1773437" y="1604892"/>
            <a:ext cx="11294502" cy="1"/>
          </a:xfrm>
          <a:prstGeom prst="line">
            <a:avLst/>
          </a:prstGeom>
          <a:ln w="50800">
            <a:solidFill>
              <a:schemeClr val="accent1">
                <a:hueOff val="114395"/>
                <a:lumOff val="-24975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pic>
        <p:nvPicPr>
          <p:cNvPr id="144" name="이미지" descr="이미지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232399" y="4784142"/>
            <a:ext cx="2540001" cy="2540001"/>
          </a:xfrm>
          <a:prstGeom prst="rect">
            <a:avLst/>
          </a:prstGeom>
          <a:ln w="12700">
            <a:miter lim="400000"/>
          </a:ln>
        </p:spPr>
      </p:pic>
      <p:sp>
        <p:nvSpPr>
          <p:cNvPr id="145" name="Web Framework…?"/>
          <p:cNvSpPr txBox="1"/>
          <p:nvPr/>
        </p:nvSpPr>
        <p:spPr>
          <a:xfrm>
            <a:off x="2536951" y="3596587"/>
            <a:ext cx="7930897" cy="1018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6000" b="0">
                <a:latin typeface="배달의민족 도현 OTF"/>
                <a:ea typeface="배달의민족 도현 OTF"/>
                <a:cs typeface="배달의민족 도현 OTF"/>
                <a:sym typeface="배달의민족 도현 OTF"/>
              </a:defRPr>
            </a:lvl1pPr>
          </a:lstStyle>
          <a:p>
            <a:r>
              <a:t>Web Framework…?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Flask 가지고 놀기_5월 29일"/>
          <p:cNvSpPr txBox="1"/>
          <p:nvPr/>
        </p:nvSpPr>
        <p:spPr>
          <a:xfrm>
            <a:off x="1740491" y="746724"/>
            <a:ext cx="5527625" cy="5824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800" b="0">
                <a:latin typeface="배달의민족 한나는 열한살 OTF"/>
                <a:ea typeface="배달의민족 한나는 열한살 OTF"/>
                <a:cs typeface="배달의민족 한나는 열한살 OTF"/>
                <a:sym typeface="배달의민족 한나는 열한살 OTF"/>
              </a:defRPr>
            </a:lvl1pPr>
          </a:lstStyle>
          <a:p>
            <a:r>
              <a:t>Flask 가지고 놀기_5월 29일</a:t>
            </a:r>
          </a:p>
        </p:txBody>
      </p:sp>
      <p:pic>
        <p:nvPicPr>
          <p:cNvPr id="148" name="UOS_LIKELION.png" descr="UOS_LIKELION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18805" y="376275"/>
            <a:ext cx="1323321" cy="1323321"/>
          </a:xfrm>
          <a:prstGeom prst="rect">
            <a:avLst/>
          </a:prstGeom>
          <a:ln w="12700">
            <a:miter lim="400000"/>
          </a:ln>
        </p:spPr>
      </p:pic>
      <p:sp>
        <p:nvSpPr>
          <p:cNvPr id="149" name="선"/>
          <p:cNvSpPr/>
          <p:nvPr/>
        </p:nvSpPr>
        <p:spPr>
          <a:xfrm>
            <a:off x="1773437" y="1604892"/>
            <a:ext cx="11294502" cy="1"/>
          </a:xfrm>
          <a:prstGeom prst="line">
            <a:avLst/>
          </a:prstGeom>
          <a:ln w="50800">
            <a:solidFill>
              <a:schemeClr val="accent1">
                <a:hueOff val="114395"/>
                <a:lumOff val="-24975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150" name="쉽게 생각하자!…"/>
          <p:cNvSpPr txBox="1"/>
          <p:nvPr/>
        </p:nvSpPr>
        <p:spPr>
          <a:xfrm>
            <a:off x="3001010" y="2835816"/>
            <a:ext cx="7002781" cy="5064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8000" b="0">
                <a:latin typeface="배달의민족 도현 OTF"/>
                <a:ea typeface="배달의민족 도현 OTF"/>
                <a:cs typeface="배달의민족 도현 OTF"/>
                <a:sym typeface="배달의민족 도현 OTF"/>
              </a:defRPr>
            </a:pPr>
            <a:r>
              <a:t>쉽게 생각하자!</a:t>
            </a:r>
          </a:p>
          <a:p>
            <a:pPr>
              <a:defRPr sz="4000" b="0">
                <a:latin typeface="배달의민족 도현 OTF"/>
                <a:ea typeface="배달의민족 도현 OTF"/>
                <a:cs typeface="배달의민족 도현 OTF"/>
                <a:sym typeface="배달의민족 도현 OTF"/>
              </a:defRPr>
            </a:pPr>
            <a:r>
              <a:t>경로설정</a:t>
            </a:r>
          </a:p>
          <a:p>
            <a:pPr>
              <a:defRPr sz="4000" b="0">
                <a:latin typeface="배달의민족 도현 OTF"/>
                <a:ea typeface="배달의민족 도현 OTF"/>
                <a:cs typeface="배달의민족 도현 OTF"/>
                <a:sym typeface="배달의민족 도현 OTF"/>
              </a:defRPr>
            </a:pPr>
            <a:r>
              <a:t>함수처리</a:t>
            </a:r>
          </a:p>
          <a:p>
            <a:pPr>
              <a:defRPr sz="4000" b="0">
                <a:latin typeface="배달의민족 도현 OTF"/>
                <a:ea typeface="배달의민족 도현 OTF"/>
                <a:cs typeface="배달의민족 도현 OTF"/>
                <a:sym typeface="배달의민족 도현 OTF"/>
              </a:defRPr>
            </a:pPr>
            <a:r>
              <a:t>db관리</a:t>
            </a:r>
          </a:p>
          <a:p>
            <a:pPr>
              <a:defRPr sz="4000" b="0">
                <a:latin typeface="배달의민족 도현 OTF"/>
                <a:ea typeface="배달의민족 도현 OTF"/>
                <a:cs typeface="배달의민족 도현 OTF"/>
                <a:sym typeface="배달의민족 도현 OTF"/>
              </a:defRPr>
            </a:pPr>
            <a:r>
              <a:t>.</a:t>
            </a:r>
          </a:p>
          <a:p>
            <a:pPr>
              <a:defRPr sz="4000" b="0">
                <a:latin typeface="배달의민족 도현 OTF"/>
                <a:ea typeface="배달의민족 도현 OTF"/>
                <a:cs typeface="배달의민족 도현 OTF"/>
                <a:sym typeface="배달의민족 도현 OTF"/>
              </a:defRPr>
            </a:pPr>
            <a:r>
              <a:t>.</a:t>
            </a:r>
          </a:p>
          <a:p>
            <a:pPr>
              <a:defRPr sz="4000" b="0">
                <a:latin typeface="배달의민족 도현 OTF"/>
                <a:ea typeface="배달의민족 도현 OTF"/>
                <a:cs typeface="배달의민족 도현 OTF"/>
                <a:sym typeface="배달의민족 도현 OTF"/>
              </a:defRPr>
            </a:pPr>
            <a:r>
              <a:t>.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Flask 가지고 놀기_5월 29일"/>
          <p:cNvSpPr txBox="1"/>
          <p:nvPr/>
        </p:nvSpPr>
        <p:spPr>
          <a:xfrm>
            <a:off x="1740491" y="746724"/>
            <a:ext cx="5527625" cy="5824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800" b="0">
                <a:latin typeface="배달의민족 한나는 열한살 OTF"/>
                <a:ea typeface="배달의민족 한나는 열한살 OTF"/>
                <a:cs typeface="배달의민족 한나는 열한살 OTF"/>
                <a:sym typeface="배달의민족 한나는 열한살 OTF"/>
              </a:defRPr>
            </a:lvl1pPr>
          </a:lstStyle>
          <a:p>
            <a:r>
              <a:t>Flask 가지고 놀기_5월 29일</a:t>
            </a:r>
          </a:p>
        </p:txBody>
      </p:sp>
      <p:pic>
        <p:nvPicPr>
          <p:cNvPr id="153" name="UOS_LIKELION.png" descr="UOS_LIKELION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18805" y="376275"/>
            <a:ext cx="1323321" cy="1323321"/>
          </a:xfrm>
          <a:prstGeom prst="rect">
            <a:avLst/>
          </a:prstGeom>
          <a:ln w="12700">
            <a:miter lim="400000"/>
          </a:ln>
        </p:spPr>
      </p:pic>
      <p:sp>
        <p:nvSpPr>
          <p:cNvPr id="154" name="선"/>
          <p:cNvSpPr/>
          <p:nvPr/>
        </p:nvSpPr>
        <p:spPr>
          <a:xfrm>
            <a:off x="1773437" y="1604892"/>
            <a:ext cx="11294502" cy="1"/>
          </a:xfrm>
          <a:prstGeom prst="line">
            <a:avLst/>
          </a:prstGeom>
          <a:ln w="50800">
            <a:solidFill>
              <a:schemeClr val="accent1">
                <a:hueOff val="114395"/>
                <a:lumOff val="-24975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155" name="쉽게 생각하자!…"/>
          <p:cNvSpPr txBox="1"/>
          <p:nvPr/>
        </p:nvSpPr>
        <p:spPr>
          <a:xfrm>
            <a:off x="3001010" y="2835816"/>
            <a:ext cx="7002781" cy="5064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8000" b="0">
                <a:latin typeface="배달의민족 도현 OTF"/>
                <a:ea typeface="배달의민족 도현 OTF"/>
                <a:cs typeface="배달의민족 도현 OTF"/>
                <a:sym typeface="배달의민족 도현 OTF"/>
              </a:defRPr>
            </a:pPr>
            <a:r>
              <a:t>쉽게 생각하자!</a:t>
            </a:r>
          </a:p>
          <a:p>
            <a:pPr>
              <a:defRPr sz="4000" b="0">
                <a:latin typeface="배달의민족 도현 OTF"/>
                <a:ea typeface="배달의민족 도현 OTF"/>
                <a:cs typeface="배달의민족 도현 OTF"/>
                <a:sym typeface="배달의민족 도현 OTF"/>
              </a:defRPr>
            </a:pPr>
            <a:r>
              <a:t>경로설정</a:t>
            </a:r>
          </a:p>
          <a:p>
            <a:pPr>
              <a:defRPr sz="4000" b="0">
                <a:latin typeface="배달의민족 도현 OTF"/>
                <a:ea typeface="배달의민족 도현 OTF"/>
                <a:cs typeface="배달의민족 도현 OTF"/>
                <a:sym typeface="배달의민족 도현 OTF"/>
              </a:defRPr>
            </a:pPr>
            <a:r>
              <a:t>함수처리</a:t>
            </a:r>
          </a:p>
          <a:p>
            <a:pPr>
              <a:defRPr sz="4000" b="0">
                <a:latin typeface="배달의민족 도현 OTF"/>
                <a:ea typeface="배달의민족 도현 OTF"/>
                <a:cs typeface="배달의민족 도현 OTF"/>
                <a:sym typeface="배달의민족 도현 OTF"/>
              </a:defRPr>
            </a:pPr>
            <a:r>
              <a:t>db관리</a:t>
            </a:r>
          </a:p>
          <a:p>
            <a:pPr>
              <a:defRPr sz="4000" b="0">
                <a:latin typeface="배달의민족 도현 OTF"/>
                <a:ea typeface="배달의민족 도현 OTF"/>
                <a:cs typeface="배달의민족 도현 OTF"/>
                <a:sym typeface="배달의민족 도현 OTF"/>
              </a:defRPr>
            </a:pPr>
            <a:r>
              <a:t>.</a:t>
            </a:r>
          </a:p>
          <a:p>
            <a:pPr>
              <a:defRPr sz="4000" b="0">
                <a:latin typeface="배달의민족 도현 OTF"/>
                <a:ea typeface="배달의민족 도현 OTF"/>
                <a:cs typeface="배달의민족 도현 OTF"/>
                <a:sym typeface="배달의민족 도현 OTF"/>
              </a:defRPr>
            </a:pPr>
            <a:r>
              <a:t>.</a:t>
            </a:r>
          </a:p>
        </p:txBody>
      </p:sp>
      <p:pic>
        <p:nvPicPr>
          <p:cNvPr id="156" name="이미지" descr="이미지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028835" y="4464150"/>
            <a:ext cx="8947130" cy="349867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Flask 가지고 놀기_5월 29일"/>
          <p:cNvSpPr txBox="1"/>
          <p:nvPr/>
        </p:nvSpPr>
        <p:spPr>
          <a:xfrm>
            <a:off x="1740491" y="746724"/>
            <a:ext cx="5527625" cy="5824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800" b="0">
                <a:latin typeface="배달의민족 한나는 열한살 OTF"/>
                <a:ea typeface="배달의민족 한나는 열한살 OTF"/>
                <a:cs typeface="배달의민족 한나는 열한살 OTF"/>
                <a:sym typeface="배달의민족 한나는 열한살 OTF"/>
              </a:defRPr>
            </a:lvl1pPr>
          </a:lstStyle>
          <a:p>
            <a:r>
              <a:t>Flask 가지고 놀기_5월 29일</a:t>
            </a:r>
          </a:p>
        </p:txBody>
      </p:sp>
      <p:pic>
        <p:nvPicPr>
          <p:cNvPr id="159" name="UOS_LIKELION.png" descr="UOS_LIKELION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18805" y="376275"/>
            <a:ext cx="1323321" cy="1323321"/>
          </a:xfrm>
          <a:prstGeom prst="rect">
            <a:avLst/>
          </a:prstGeom>
          <a:ln w="12700">
            <a:miter lim="400000"/>
          </a:ln>
        </p:spPr>
      </p:pic>
      <p:sp>
        <p:nvSpPr>
          <p:cNvPr id="160" name="선"/>
          <p:cNvSpPr/>
          <p:nvPr/>
        </p:nvSpPr>
        <p:spPr>
          <a:xfrm>
            <a:off x="1773437" y="1604892"/>
            <a:ext cx="11294502" cy="1"/>
          </a:xfrm>
          <a:prstGeom prst="line">
            <a:avLst/>
          </a:prstGeom>
          <a:ln w="50800">
            <a:solidFill>
              <a:schemeClr val="accent1">
                <a:hueOff val="114395"/>
                <a:lumOff val="-24975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161" name="설치도 쉽다!…"/>
          <p:cNvSpPr txBox="1"/>
          <p:nvPr/>
        </p:nvSpPr>
        <p:spPr>
          <a:xfrm>
            <a:off x="3024346" y="3192027"/>
            <a:ext cx="6956108" cy="15690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8000" b="0">
                <a:latin typeface="배달의민족 도현 OTF"/>
                <a:ea typeface="배달의민족 도현 OTF"/>
                <a:cs typeface="배달의민족 도현 OTF"/>
                <a:sym typeface="배달의민족 도현 OTF"/>
              </a:defRPr>
            </a:pPr>
            <a:r>
              <a:t>설치도 쉽다!</a:t>
            </a:r>
          </a:p>
          <a:p>
            <a:pPr>
              <a:defRPr sz="1500" b="0">
                <a:latin typeface="배달의민족 도현 OTF"/>
                <a:ea typeface="배달의민족 도현 OTF"/>
                <a:cs typeface="배달의민족 도현 OTF"/>
                <a:sym typeface="배달의민족 도현 OTF"/>
              </a:defRPr>
            </a:pPr>
            <a:r>
              <a:t>참고: http://jeremyko.blogspot.kr/2012/09/python-flask-windows.html</a:t>
            </a:r>
          </a:p>
        </p:txBody>
      </p:sp>
      <p:sp>
        <p:nvSpPr>
          <p:cNvPr id="162" name="pip install flask"/>
          <p:cNvSpPr txBox="1"/>
          <p:nvPr/>
        </p:nvSpPr>
        <p:spPr>
          <a:xfrm>
            <a:off x="3261740" y="5829484"/>
            <a:ext cx="6481319" cy="11553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7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</a:defRPr>
            </a:lvl1pPr>
          </a:lstStyle>
          <a:p>
            <a:r>
              <a:t>pip install flask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Flask 가지고 놀기_5월 29일"/>
          <p:cNvSpPr txBox="1"/>
          <p:nvPr/>
        </p:nvSpPr>
        <p:spPr>
          <a:xfrm>
            <a:off x="1740491" y="746724"/>
            <a:ext cx="5527625" cy="5824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800" b="0">
                <a:latin typeface="배달의민족 한나는 열한살 OTF"/>
                <a:ea typeface="배달의민족 한나는 열한살 OTF"/>
                <a:cs typeface="배달의민족 한나는 열한살 OTF"/>
                <a:sym typeface="배달의민족 한나는 열한살 OTF"/>
              </a:defRPr>
            </a:lvl1pPr>
          </a:lstStyle>
          <a:p>
            <a:r>
              <a:t>Flask 가지고 놀기_5월 29일</a:t>
            </a:r>
          </a:p>
        </p:txBody>
      </p:sp>
      <p:pic>
        <p:nvPicPr>
          <p:cNvPr id="165" name="UOS_LIKELION.png" descr="UOS_LIKELION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18805" y="376275"/>
            <a:ext cx="1323321" cy="1323321"/>
          </a:xfrm>
          <a:prstGeom prst="rect">
            <a:avLst/>
          </a:prstGeom>
          <a:ln w="12700">
            <a:miter lim="400000"/>
          </a:ln>
        </p:spPr>
      </p:pic>
      <p:sp>
        <p:nvSpPr>
          <p:cNvPr id="166" name="선"/>
          <p:cNvSpPr/>
          <p:nvPr/>
        </p:nvSpPr>
        <p:spPr>
          <a:xfrm>
            <a:off x="1773437" y="1604892"/>
            <a:ext cx="11294502" cy="1"/>
          </a:xfrm>
          <a:prstGeom prst="line">
            <a:avLst/>
          </a:prstGeom>
          <a:ln w="50800">
            <a:solidFill>
              <a:schemeClr val="accent1">
                <a:hueOff val="114395"/>
                <a:lumOff val="-24975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pic>
        <p:nvPicPr>
          <p:cNvPr id="167" name="이미지" descr="이미지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375601" y="1880638"/>
            <a:ext cx="8253598" cy="5540877"/>
          </a:xfrm>
          <a:prstGeom prst="rect">
            <a:avLst/>
          </a:prstGeom>
          <a:ln w="12700">
            <a:miter lim="400000"/>
          </a:ln>
        </p:spPr>
      </p:pic>
      <p:sp>
        <p:nvSpPr>
          <p:cNvPr id="168" name="이게 뭘까?"/>
          <p:cNvSpPr txBox="1"/>
          <p:nvPr/>
        </p:nvSpPr>
        <p:spPr>
          <a:xfrm>
            <a:off x="5235225" y="7547738"/>
            <a:ext cx="2534348" cy="7181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000"/>
            </a:lvl1pPr>
          </a:lstStyle>
          <a:p>
            <a:r>
              <a:rPr b="0" dirty="0" err="1">
                <a:latin typeface="BM DoHyeon OTF" panose="020B0600000101010101" pitchFamily="34" charset="-127"/>
                <a:ea typeface="BM DoHyeon OTF" panose="020B0600000101010101" pitchFamily="34" charset="-127"/>
              </a:rPr>
              <a:t>이게</a:t>
            </a:r>
            <a:r>
              <a:rPr b="0" dirty="0">
                <a:latin typeface="BM DoHyeon OTF" panose="020B0600000101010101" pitchFamily="34" charset="-127"/>
                <a:ea typeface="BM DoHyeon OTF" panose="020B0600000101010101" pitchFamily="34" charset="-127"/>
              </a:rPr>
              <a:t> </a:t>
            </a:r>
            <a:r>
              <a:rPr b="0" dirty="0" err="1">
                <a:latin typeface="BM DoHyeon OTF" panose="020B0600000101010101" pitchFamily="34" charset="-127"/>
                <a:ea typeface="BM DoHyeon OTF" panose="020B0600000101010101" pitchFamily="34" charset="-127"/>
              </a:rPr>
              <a:t>뭘까</a:t>
            </a:r>
            <a:r>
              <a:rPr b="0" dirty="0">
                <a:latin typeface="BM DoHyeon OTF" panose="020B0600000101010101" pitchFamily="34" charset="-127"/>
                <a:ea typeface="BM DoHyeon OTF" panose="020B0600000101010101" pitchFamily="34" charset="-127"/>
              </a:rPr>
              <a:t>?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Flask 가지고 놀기_5월 29일"/>
          <p:cNvSpPr txBox="1"/>
          <p:nvPr/>
        </p:nvSpPr>
        <p:spPr>
          <a:xfrm>
            <a:off x="1740491" y="746724"/>
            <a:ext cx="5527625" cy="5824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800" b="0">
                <a:latin typeface="배달의민족 한나는 열한살 OTF"/>
                <a:ea typeface="배달의민족 한나는 열한살 OTF"/>
                <a:cs typeface="배달의민족 한나는 열한살 OTF"/>
                <a:sym typeface="배달의민족 한나는 열한살 OTF"/>
              </a:defRPr>
            </a:lvl1pPr>
          </a:lstStyle>
          <a:p>
            <a:r>
              <a:t>Flask 가지고 놀기_5월 29일</a:t>
            </a:r>
          </a:p>
        </p:txBody>
      </p:sp>
      <p:pic>
        <p:nvPicPr>
          <p:cNvPr id="171" name="UOS_LIKELION.png" descr="UOS_LIKELION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18805" y="376275"/>
            <a:ext cx="1323321" cy="1323321"/>
          </a:xfrm>
          <a:prstGeom prst="rect">
            <a:avLst/>
          </a:prstGeom>
          <a:ln w="12700">
            <a:miter lim="400000"/>
          </a:ln>
        </p:spPr>
      </p:pic>
      <p:sp>
        <p:nvSpPr>
          <p:cNvPr id="172" name="선"/>
          <p:cNvSpPr/>
          <p:nvPr/>
        </p:nvSpPr>
        <p:spPr>
          <a:xfrm>
            <a:off x="1773437" y="1604892"/>
            <a:ext cx="11294502" cy="1"/>
          </a:xfrm>
          <a:prstGeom prst="line">
            <a:avLst/>
          </a:prstGeom>
          <a:ln w="50800">
            <a:solidFill>
              <a:schemeClr val="accent1">
                <a:hueOff val="114395"/>
                <a:lumOff val="-24975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173" name="구구단 계산하는 페이지 만들기"/>
          <p:cNvSpPr txBox="1"/>
          <p:nvPr/>
        </p:nvSpPr>
        <p:spPr>
          <a:xfrm>
            <a:off x="1324609" y="2858334"/>
            <a:ext cx="10355581" cy="1018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6000" b="0">
                <a:latin typeface="배달의민족 도현 OTF"/>
                <a:ea typeface="배달의민족 도현 OTF"/>
                <a:cs typeface="배달의민족 도현 OTF"/>
                <a:sym typeface="배달의민족 도현 OTF"/>
              </a:defRPr>
            </a:lvl1pPr>
          </a:lstStyle>
          <a:p>
            <a:r>
              <a:t>구구단 계산하는 페이지 만들기</a:t>
            </a:r>
          </a:p>
        </p:txBody>
      </p:sp>
      <p:sp>
        <p:nvSpPr>
          <p:cNvPr id="174" name="메인…"/>
          <p:cNvSpPr/>
          <p:nvPr/>
        </p:nvSpPr>
        <p:spPr>
          <a:xfrm>
            <a:off x="2153209" y="5141927"/>
            <a:ext cx="2111018" cy="1740639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50800" tIns="50800" rIns="50800" bIns="50800" anchor="ctr"/>
          <a:lstStyle/>
          <a:p>
            <a:pPr>
              <a:defRPr sz="2200" b="0">
                <a:latin typeface="+mn-lt"/>
                <a:ea typeface="+mn-ea"/>
                <a:cs typeface="+mn-cs"/>
                <a:sym typeface="Helvetica Neue Medium"/>
              </a:defRPr>
            </a:pPr>
            <a:r>
              <a:t>메인</a:t>
            </a:r>
          </a:p>
          <a:p>
            <a:pPr>
              <a:defRPr sz="2200" b="0">
                <a:latin typeface="+mn-lt"/>
                <a:ea typeface="+mn-ea"/>
                <a:cs typeface="+mn-cs"/>
                <a:sym typeface="Helvetica Neue Medium"/>
              </a:defRPr>
            </a:pPr>
            <a:r>
              <a:t>(숫자입력해!)</a:t>
            </a:r>
          </a:p>
        </p:txBody>
      </p:sp>
      <p:sp>
        <p:nvSpPr>
          <p:cNvPr id="175" name="@계산중@"/>
          <p:cNvSpPr/>
          <p:nvPr/>
        </p:nvSpPr>
        <p:spPr>
          <a:xfrm>
            <a:off x="5429371" y="5141927"/>
            <a:ext cx="2111018" cy="1740639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custDash>
              <a:ds d="200000" sp="200000"/>
            </a:custDash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50800" tIns="50800" rIns="50800" bIns="50800" anchor="ctr"/>
          <a:lstStyle>
            <a:lvl1pPr>
              <a:defRPr sz="2200" b="0">
                <a:latin typeface="+mn-lt"/>
                <a:ea typeface="+mn-ea"/>
                <a:cs typeface="+mn-cs"/>
                <a:sym typeface="Helvetica Neue Medium"/>
              </a:defRPr>
            </a:lvl1pPr>
          </a:lstStyle>
          <a:p>
            <a:r>
              <a:t>@계산중@</a:t>
            </a:r>
          </a:p>
        </p:txBody>
      </p:sp>
      <p:sp>
        <p:nvSpPr>
          <p:cNvPr id="176" name="메인…"/>
          <p:cNvSpPr/>
          <p:nvPr/>
        </p:nvSpPr>
        <p:spPr>
          <a:xfrm>
            <a:off x="8705533" y="5141927"/>
            <a:ext cx="2111018" cy="1740639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50800" tIns="50800" rIns="50800" bIns="50800" anchor="ctr"/>
          <a:lstStyle/>
          <a:p>
            <a:pPr>
              <a:defRPr sz="2200" b="0">
                <a:latin typeface="+mn-lt"/>
                <a:ea typeface="+mn-ea"/>
                <a:cs typeface="+mn-cs"/>
                <a:sym typeface="Helvetica Neue Medium"/>
              </a:defRPr>
            </a:pPr>
            <a:r>
              <a:t>메인</a:t>
            </a:r>
          </a:p>
          <a:p>
            <a:pPr>
              <a:defRPr sz="2200" b="0">
                <a:latin typeface="+mn-lt"/>
                <a:ea typeface="+mn-ea"/>
                <a:cs typeface="+mn-cs"/>
                <a:sym typeface="Helvetica Neue Medium"/>
              </a:defRPr>
            </a:pPr>
            <a:r>
              <a:t>(정답은 ~)</a:t>
            </a:r>
          </a:p>
        </p:txBody>
      </p:sp>
      <p:sp>
        <p:nvSpPr>
          <p:cNvPr id="177" name="선"/>
          <p:cNvSpPr/>
          <p:nvPr/>
        </p:nvSpPr>
        <p:spPr>
          <a:xfrm>
            <a:off x="4563037" y="6012246"/>
            <a:ext cx="567525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178" name="선"/>
          <p:cNvSpPr/>
          <p:nvPr/>
        </p:nvSpPr>
        <p:spPr>
          <a:xfrm>
            <a:off x="7839199" y="6012246"/>
            <a:ext cx="567524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Flask 가지고 놀기_5월 29일"/>
          <p:cNvSpPr txBox="1"/>
          <p:nvPr/>
        </p:nvSpPr>
        <p:spPr>
          <a:xfrm>
            <a:off x="1740491" y="746724"/>
            <a:ext cx="5527625" cy="5824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800" b="0">
                <a:latin typeface="배달의민족 한나는 열한살 OTF"/>
                <a:ea typeface="배달의민족 한나는 열한살 OTF"/>
                <a:cs typeface="배달의민족 한나는 열한살 OTF"/>
                <a:sym typeface="배달의민족 한나는 열한살 OTF"/>
              </a:defRPr>
            </a:lvl1pPr>
          </a:lstStyle>
          <a:p>
            <a:r>
              <a:t>Flask 가지고 놀기_5월 29일</a:t>
            </a:r>
          </a:p>
        </p:txBody>
      </p:sp>
      <p:pic>
        <p:nvPicPr>
          <p:cNvPr id="181" name="UOS_LIKELION.png" descr="UOS_LIKELION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18805" y="376275"/>
            <a:ext cx="1323321" cy="1323321"/>
          </a:xfrm>
          <a:prstGeom prst="rect">
            <a:avLst/>
          </a:prstGeom>
          <a:ln w="12700">
            <a:miter lim="400000"/>
          </a:ln>
        </p:spPr>
      </p:pic>
      <p:sp>
        <p:nvSpPr>
          <p:cNvPr id="182" name="선"/>
          <p:cNvSpPr/>
          <p:nvPr/>
        </p:nvSpPr>
        <p:spPr>
          <a:xfrm>
            <a:off x="1773437" y="1604892"/>
            <a:ext cx="11294502" cy="1"/>
          </a:xfrm>
          <a:prstGeom prst="line">
            <a:avLst/>
          </a:prstGeom>
          <a:ln w="50800">
            <a:solidFill>
              <a:schemeClr val="accent1">
                <a:hueOff val="114395"/>
                <a:lumOff val="-24975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183" name="학교 공지사항 크롤링"/>
          <p:cNvSpPr txBox="1"/>
          <p:nvPr/>
        </p:nvSpPr>
        <p:spPr>
          <a:xfrm>
            <a:off x="2909570" y="2858334"/>
            <a:ext cx="7185661" cy="1018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6000" b="0">
                <a:latin typeface="배달의민족 도현 OTF"/>
                <a:ea typeface="배달의민족 도현 OTF"/>
                <a:cs typeface="배달의민족 도현 OTF"/>
                <a:sym typeface="배달의민족 도현 OTF"/>
              </a:defRPr>
            </a:lvl1pPr>
          </a:lstStyle>
          <a:p>
            <a:r>
              <a:t>학교 공지사항 크롤링</a:t>
            </a:r>
          </a:p>
        </p:txBody>
      </p:sp>
      <p:sp>
        <p:nvSpPr>
          <p:cNvPr id="184" name="Request…"/>
          <p:cNvSpPr txBox="1"/>
          <p:nvPr/>
        </p:nvSpPr>
        <p:spPr>
          <a:xfrm>
            <a:off x="3891406" y="4580522"/>
            <a:ext cx="5221987" cy="1959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6000"/>
            </a:pPr>
            <a:r>
              <a:t>Request</a:t>
            </a:r>
          </a:p>
          <a:p>
            <a:pPr>
              <a:defRPr sz="6000"/>
            </a:pPr>
            <a:r>
              <a:t>BeautifulSoup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Flask 가지고 놀기_5월 29일"/>
          <p:cNvSpPr txBox="1"/>
          <p:nvPr/>
        </p:nvSpPr>
        <p:spPr>
          <a:xfrm>
            <a:off x="1740491" y="746724"/>
            <a:ext cx="5527625" cy="5824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800" b="0">
                <a:latin typeface="배달의민족 한나는 열한살 OTF"/>
                <a:ea typeface="배달의민족 한나는 열한살 OTF"/>
                <a:cs typeface="배달의민족 한나는 열한살 OTF"/>
                <a:sym typeface="배달의민족 한나는 열한살 OTF"/>
              </a:defRPr>
            </a:lvl1pPr>
          </a:lstStyle>
          <a:p>
            <a:r>
              <a:t>Flask 가지고 놀기_5월 29일</a:t>
            </a:r>
          </a:p>
        </p:txBody>
      </p:sp>
      <p:pic>
        <p:nvPicPr>
          <p:cNvPr id="187" name="UOS_LIKELION.png" descr="UOS_LIKELION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18805" y="376275"/>
            <a:ext cx="1323321" cy="1323321"/>
          </a:xfrm>
          <a:prstGeom prst="rect">
            <a:avLst/>
          </a:prstGeom>
          <a:ln w="12700">
            <a:miter lim="400000"/>
          </a:ln>
        </p:spPr>
      </p:pic>
      <p:sp>
        <p:nvSpPr>
          <p:cNvPr id="188" name="선"/>
          <p:cNvSpPr/>
          <p:nvPr/>
        </p:nvSpPr>
        <p:spPr>
          <a:xfrm>
            <a:off x="1773437" y="1604892"/>
            <a:ext cx="11294502" cy="1"/>
          </a:xfrm>
          <a:prstGeom prst="line">
            <a:avLst/>
          </a:prstGeom>
          <a:ln w="50800">
            <a:solidFill>
              <a:schemeClr val="accent1">
                <a:hueOff val="114395"/>
                <a:lumOff val="-24975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189" name="다음주에는?…"/>
          <p:cNvSpPr txBox="1"/>
          <p:nvPr/>
        </p:nvSpPr>
        <p:spPr>
          <a:xfrm>
            <a:off x="2162270" y="3055788"/>
            <a:ext cx="8680261" cy="3642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7000" u="sng"/>
            </a:pPr>
            <a:r>
              <a:rPr b="0" dirty="0" err="1">
                <a:latin typeface="BM DoHyeon OTF" panose="020B0600000101010101" pitchFamily="34" charset="-127"/>
                <a:ea typeface="BM DoHyeon OTF" panose="020B0600000101010101" pitchFamily="34" charset="-127"/>
              </a:rPr>
              <a:t>다음주에는</a:t>
            </a:r>
            <a:r>
              <a:rPr b="0" dirty="0">
                <a:latin typeface="BM DoHyeon OTF" panose="020B0600000101010101" pitchFamily="34" charset="-127"/>
                <a:ea typeface="BM DoHyeon OTF" panose="020B0600000101010101" pitchFamily="34" charset="-127"/>
              </a:rPr>
              <a:t>?</a:t>
            </a:r>
          </a:p>
          <a:p>
            <a:pPr>
              <a:defRPr sz="4000"/>
            </a:pPr>
            <a:endParaRPr b="0" dirty="0">
              <a:latin typeface="BM DoHyeon OTF" panose="020B0600000101010101" pitchFamily="34" charset="-127"/>
              <a:ea typeface="BM DoHyeon OTF" panose="020B0600000101010101" pitchFamily="34" charset="-127"/>
            </a:endParaRPr>
          </a:p>
          <a:p>
            <a:pPr>
              <a:defRPr sz="4000"/>
            </a:pPr>
            <a:r>
              <a:rPr b="0" dirty="0" err="1">
                <a:latin typeface="BM DoHyeon OTF" panose="020B0600000101010101" pitchFamily="34" charset="-127"/>
                <a:ea typeface="BM DoHyeon OTF" panose="020B0600000101010101" pitchFamily="34" charset="-127"/>
              </a:rPr>
              <a:t>이메일인증을</a:t>
            </a:r>
            <a:r>
              <a:rPr b="0" dirty="0">
                <a:latin typeface="BM DoHyeon OTF" panose="020B0600000101010101" pitchFamily="34" charset="-127"/>
                <a:ea typeface="BM DoHyeon OTF" panose="020B0600000101010101" pitchFamily="34" charset="-127"/>
              </a:rPr>
              <a:t> </a:t>
            </a:r>
            <a:r>
              <a:rPr b="0" dirty="0" err="1">
                <a:latin typeface="BM DoHyeon OTF" panose="020B0600000101010101" pitchFamily="34" charset="-127"/>
                <a:ea typeface="BM DoHyeon OTF" panose="020B0600000101010101" pitchFamily="34" charset="-127"/>
              </a:rPr>
              <a:t>통한</a:t>
            </a:r>
            <a:r>
              <a:rPr b="0" dirty="0">
                <a:latin typeface="BM DoHyeon OTF" panose="020B0600000101010101" pitchFamily="34" charset="-127"/>
                <a:ea typeface="BM DoHyeon OTF" panose="020B0600000101010101" pitchFamily="34" charset="-127"/>
              </a:rPr>
              <a:t> </a:t>
            </a:r>
            <a:r>
              <a:rPr b="0" dirty="0" err="1">
                <a:latin typeface="BM DoHyeon OTF" panose="020B0600000101010101" pitchFamily="34" charset="-127"/>
                <a:ea typeface="BM DoHyeon OTF" panose="020B0600000101010101" pitchFamily="34" charset="-127"/>
              </a:rPr>
              <a:t>회원가입</a:t>
            </a:r>
            <a:r>
              <a:rPr b="0" dirty="0">
                <a:latin typeface="BM DoHyeon OTF" panose="020B0600000101010101" pitchFamily="34" charset="-127"/>
                <a:ea typeface="BM DoHyeon OTF" panose="020B0600000101010101" pitchFamily="34" charset="-127"/>
              </a:rPr>
              <a:t> </a:t>
            </a:r>
            <a:r>
              <a:rPr b="0" dirty="0" err="1">
                <a:latin typeface="BM DoHyeon OTF" panose="020B0600000101010101" pitchFamily="34" charset="-127"/>
                <a:ea typeface="BM DoHyeon OTF" panose="020B0600000101010101" pitchFamily="34" charset="-127"/>
              </a:rPr>
              <a:t>구현하기</a:t>
            </a:r>
            <a:endParaRPr b="0" dirty="0">
              <a:latin typeface="BM DoHyeon OTF" panose="020B0600000101010101" pitchFamily="34" charset="-127"/>
              <a:ea typeface="BM DoHyeon OTF" panose="020B0600000101010101" pitchFamily="34" charset="-127"/>
            </a:endParaRPr>
          </a:p>
          <a:p>
            <a:pPr>
              <a:defRPr sz="4000"/>
            </a:pPr>
            <a:endParaRPr b="0" dirty="0">
              <a:latin typeface="BM DoHyeon OTF" panose="020B0600000101010101" pitchFamily="34" charset="-127"/>
              <a:ea typeface="BM DoHyeon OTF" panose="020B0600000101010101" pitchFamily="34" charset="-127"/>
            </a:endParaRPr>
          </a:p>
          <a:p>
            <a:pPr>
              <a:defRPr sz="4000"/>
            </a:pPr>
            <a:r>
              <a:rPr b="0" dirty="0" err="1">
                <a:latin typeface="BM DoHyeon OTF" panose="020B0600000101010101" pitchFamily="34" charset="-127"/>
                <a:ea typeface="BM DoHyeon OTF" panose="020B0600000101010101" pitchFamily="34" charset="-127"/>
              </a:rPr>
              <a:t>Mysql</a:t>
            </a:r>
            <a:r>
              <a:rPr b="0" dirty="0">
                <a:latin typeface="BM DoHyeon OTF" panose="020B0600000101010101" pitchFamily="34" charset="-127"/>
                <a:ea typeface="BM DoHyeon OTF" panose="020B0600000101010101" pitchFamily="34" charset="-127"/>
              </a:rPr>
              <a:t> </a:t>
            </a:r>
            <a:r>
              <a:rPr b="0" dirty="0" err="1">
                <a:latin typeface="BM DoHyeon OTF" panose="020B0600000101010101" pitchFamily="34" charset="-127"/>
                <a:ea typeface="BM DoHyeon OTF" panose="020B0600000101010101" pitchFamily="34" charset="-127"/>
              </a:rPr>
              <a:t>연결을</a:t>
            </a:r>
            <a:r>
              <a:rPr b="0" dirty="0">
                <a:latin typeface="BM DoHyeon OTF" panose="020B0600000101010101" pitchFamily="34" charset="-127"/>
                <a:ea typeface="BM DoHyeon OTF" panose="020B0600000101010101" pitchFamily="34" charset="-127"/>
              </a:rPr>
              <a:t> </a:t>
            </a:r>
            <a:r>
              <a:rPr b="0" dirty="0" err="1">
                <a:latin typeface="BM DoHyeon OTF" panose="020B0600000101010101" pitchFamily="34" charset="-127"/>
                <a:ea typeface="BM DoHyeon OTF" panose="020B0600000101010101" pitchFamily="34" charset="-127"/>
              </a:rPr>
              <a:t>해볼까</a:t>
            </a:r>
            <a:r>
              <a:rPr b="0" dirty="0">
                <a:latin typeface="BM DoHyeon OTF" panose="020B0600000101010101" pitchFamily="34" charset="-127"/>
                <a:ea typeface="BM DoHyeon OTF" panose="020B0600000101010101" pitchFamily="34" charset="-127"/>
              </a:rPr>
              <a:t> </a:t>
            </a:r>
            <a:r>
              <a:rPr b="0" dirty="0" err="1">
                <a:latin typeface="BM DoHyeon OTF" panose="020B0600000101010101" pitchFamily="34" charset="-127"/>
                <a:ea typeface="BM DoHyeon OTF" panose="020B0600000101010101" pitchFamily="34" charset="-127"/>
              </a:rPr>
              <a:t>말까</a:t>
            </a:r>
            <a:r>
              <a:rPr b="0" dirty="0">
                <a:latin typeface="BM DoHyeon OTF" panose="020B0600000101010101" pitchFamily="34" charset="-127"/>
                <a:ea typeface="BM DoHyeon OTF" panose="020B0600000101010101" pitchFamily="34" charset="-127"/>
              </a:rPr>
              <a:t>..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208</Words>
  <Application>Microsoft Macintosh PowerPoint</Application>
  <PresentationFormat>사용자 지정</PresentationFormat>
  <Paragraphs>58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22" baseType="lpstr">
      <vt:lpstr>나눔손글씨 붓</vt:lpstr>
      <vt:lpstr>배달의민족 도현 OTF</vt:lpstr>
      <vt:lpstr>배달의민족 한나는 열한살 OTF</vt:lpstr>
      <vt:lpstr>Apple SD 산돌고딕 Neo 옅은체</vt:lpstr>
      <vt:lpstr>BM DoHyeon OTF</vt:lpstr>
      <vt:lpstr>Helvetica Neue</vt:lpstr>
      <vt:lpstr>Helvetica Neue Light</vt:lpstr>
      <vt:lpstr>Helvetica Neue Medium</vt:lpstr>
      <vt:lpstr>Helvetica Neue Thin</vt:lpstr>
      <vt:lpstr>White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16.0013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cp:lastModifiedBy>문범우</cp:lastModifiedBy>
  <cp:revision>1</cp:revision>
  <dcterms:modified xsi:type="dcterms:W3CDTF">2018-05-24T10:53:56Z</dcterms:modified>
</cp:coreProperties>
</file>