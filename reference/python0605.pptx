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제목 및 부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 - 수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이미지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제목 텍스트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제목 텍스트</a:t>
            </a:r>
          </a:p>
        </p:txBody>
      </p:sp>
      <p:sp>
        <p:nvSpPr>
          <p:cNvPr id="22" name="본문 첫 번째 줄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 - 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제목 텍스트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 - 수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이미지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제목 텍스트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제목 텍스트</a:t>
            </a:r>
          </a:p>
        </p:txBody>
      </p:sp>
      <p:sp>
        <p:nvSpPr>
          <p:cNvPr id="40" name="본문 첫 번째 줄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 -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7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이미지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67" name="본문 첫 번째 줄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68" name="슬라이드 번호"/>
          <p:cNvSpPr txBox="1"/>
          <p:nvPr>
            <p:ph type="sldNum" sz="quarter" idx="2"/>
          </p:nvPr>
        </p:nvSpPr>
        <p:spPr>
          <a:xfrm>
            <a:off x="6341888" y="9296400"/>
            <a:ext cx="314250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Apple SD 산돌고딕 Neo 옅은체"/>
                <a:ea typeface="Apple SD 산돌고딕 Neo 옅은체"/>
                <a:cs typeface="Apple SD 산돌고딕 Neo 옅은체"/>
                <a:sym typeface="Apple SD 산돌고딕 Neo 옅은체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본문 첫 번째 줄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6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이미지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이미지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이미지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여기에 인용을 입력하십시오.”"/>
          <p:cNvSpPr txBox="1"/>
          <p:nvPr>
            <p:ph type="body" sz="quarter" idx="14"/>
          </p:nvPr>
        </p:nvSpPr>
        <p:spPr>
          <a:xfrm>
            <a:off x="1270000" y="4249191"/>
            <a:ext cx="10464800" cy="6456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“여기에 인용을 입력하십시오.” </a:t>
            </a:r>
          </a:p>
        </p:txBody>
      </p:sp>
      <p:sp>
        <p:nvSpPr>
          <p:cNvPr id="9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이미지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855142" cy="1855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rcRect l="15115" t="21096" r="15115" b="25893"/>
          <a:stretch>
            <a:fillRect/>
          </a:stretch>
        </p:blipFill>
        <p:spPr>
          <a:xfrm>
            <a:off x="9568886" y="630150"/>
            <a:ext cx="3152992" cy="1347515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UOS LIKELION Python Study"/>
          <p:cNvSpPr txBox="1"/>
          <p:nvPr/>
        </p:nvSpPr>
        <p:spPr>
          <a:xfrm>
            <a:off x="2971495" y="3131677"/>
            <a:ext cx="7061810" cy="250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76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UOS LIKELION</a:t>
            </a:r>
            <a:br/>
            <a:r>
              <a:rPr sz="8100"/>
              <a:t>Python Study</a:t>
            </a:r>
          </a:p>
        </p:txBody>
      </p:sp>
      <p:sp>
        <p:nvSpPr>
          <p:cNvPr id="122" name="2018. 06. 05.…"/>
          <p:cNvSpPr txBox="1"/>
          <p:nvPr/>
        </p:nvSpPr>
        <p:spPr>
          <a:xfrm>
            <a:off x="5098415" y="8140598"/>
            <a:ext cx="2807971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5000">
                <a:latin typeface="나눔손글씨 붓"/>
                <a:ea typeface="나눔손글씨 붓"/>
                <a:cs typeface="나눔손글씨 붓"/>
                <a:sym typeface="나눔손글씨 붓"/>
              </a:defRPr>
            </a:pPr>
            <a:r>
              <a:t>2018. 06. 05.</a:t>
            </a:r>
          </a:p>
          <a:p>
            <a:pPr>
              <a:defRPr b="0">
                <a:latin typeface="나눔손글씨 붓"/>
                <a:ea typeface="나눔손글씨 붓"/>
                <a:cs typeface="나눔손글씨 붓"/>
                <a:sym typeface="나눔손글씨 붓"/>
              </a:defRPr>
            </a:pPr>
            <a:r>
              <a:t>Made by doorbw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25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27" name="지난 수업 복습…"/>
          <p:cNvSpPr txBox="1"/>
          <p:nvPr/>
        </p:nvSpPr>
        <p:spPr>
          <a:xfrm>
            <a:off x="3461905" y="2843883"/>
            <a:ext cx="6080990" cy="4708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76250" indent="-476250" algn="l">
              <a:buSzPct val="100000"/>
              <a:buAutoNum type="arabicPeriod" startAt="1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지난 수업 복습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2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메일 보내기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3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Goorm ide 사용하기</a:t>
            </a:r>
          </a:p>
          <a:p>
            <a:pPr algn="l"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 marL="476250" indent="-476250" algn="l">
              <a:buSzPct val="100000"/>
              <a:buAutoNum type="arabicPeriod" startAt="4"/>
              <a:defRPr b="0" sz="43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 pymysql 이용하기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1" name="지난 수업 복습"/>
          <p:cNvSpPr txBox="1"/>
          <p:nvPr/>
        </p:nvSpPr>
        <p:spPr>
          <a:xfrm>
            <a:off x="3194049" y="1880638"/>
            <a:ext cx="6616701" cy="1315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lvl1pPr>
          </a:lstStyle>
          <a:p>
            <a:pPr/>
            <a:r>
              <a:t>지난 수업 복습</a:t>
            </a:r>
          </a:p>
        </p:txBody>
      </p:sp>
      <p:sp>
        <p:nvSpPr>
          <p:cNvPr id="132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33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75601" y="3074438"/>
            <a:ext cx="8253598" cy="55408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7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sp>
        <p:nvSpPr>
          <p:cNvPr id="138" name="메일 보내기…"/>
          <p:cNvSpPr txBox="1"/>
          <p:nvPr/>
        </p:nvSpPr>
        <p:spPr>
          <a:xfrm>
            <a:off x="2224500" y="2403905"/>
            <a:ext cx="8555800" cy="1878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메일 보내기</a:t>
            </a:r>
          </a:p>
          <a:p>
            <a:pPr>
              <a:defRPr b="0" sz="35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https://pythonhosted.org/Flask-Mail/</a:t>
            </a:r>
          </a:p>
        </p:txBody>
      </p:sp>
      <p:sp>
        <p:nvSpPr>
          <p:cNvPr id="139" name="App…"/>
          <p:cNvSpPr/>
          <p:nvPr/>
        </p:nvSpPr>
        <p:spPr>
          <a:xfrm>
            <a:off x="1946746" y="5634876"/>
            <a:ext cx="2354908" cy="1270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App</a:t>
            </a:r>
          </a:p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Sender info</a:t>
            </a:r>
          </a:p>
        </p:txBody>
      </p:sp>
      <p:sp>
        <p:nvSpPr>
          <p:cNvPr id="140" name="Mail( )…"/>
          <p:cNvSpPr/>
          <p:nvPr/>
        </p:nvSpPr>
        <p:spPr>
          <a:xfrm>
            <a:off x="5867400" y="5634876"/>
            <a:ext cx="2349501" cy="1270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Mail( )</a:t>
            </a:r>
          </a:p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SMTP server</a:t>
            </a:r>
          </a:p>
        </p:txBody>
      </p:sp>
      <p:sp>
        <p:nvSpPr>
          <p:cNvPr id="141" name="수신자"/>
          <p:cNvSpPr/>
          <p:nvPr/>
        </p:nvSpPr>
        <p:spPr>
          <a:xfrm>
            <a:off x="10000908" y="5634876"/>
            <a:ext cx="1270001" cy="1270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수신자</a:t>
            </a:r>
          </a:p>
        </p:txBody>
      </p:sp>
      <p:sp>
        <p:nvSpPr>
          <p:cNvPr id="142" name="선"/>
          <p:cNvSpPr/>
          <p:nvPr/>
        </p:nvSpPr>
        <p:spPr>
          <a:xfrm>
            <a:off x="4454016" y="6269876"/>
            <a:ext cx="13233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3" name="선"/>
          <p:cNvSpPr/>
          <p:nvPr/>
        </p:nvSpPr>
        <p:spPr>
          <a:xfrm>
            <a:off x="8447244" y="6269876"/>
            <a:ext cx="13233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7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48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19940" y="7167330"/>
            <a:ext cx="7564920" cy="1748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이미지" descr="이미지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022600" y="2012950"/>
            <a:ext cx="6959600" cy="5016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3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54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28739" y="3414933"/>
            <a:ext cx="8347322" cy="33351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8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59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91016" y="1791737"/>
            <a:ext cx="7422768" cy="75491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63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64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13230" y="3620590"/>
            <a:ext cx="7178340" cy="25124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68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69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543" y="2574790"/>
            <a:ext cx="11671714" cy="54168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3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74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1766" y="2299738"/>
            <a:ext cx="10141268" cy="63382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8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79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1580" y="2007426"/>
            <a:ext cx="10981640" cy="68635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3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84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22600" y="2254250"/>
            <a:ext cx="6959600" cy="2743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이미지" descr="이미지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921000" y="5922553"/>
            <a:ext cx="7162800" cy="119380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직사각형"/>
          <p:cNvSpPr/>
          <p:nvPr/>
        </p:nvSpPr>
        <p:spPr>
          <a:xfrm>
            <a:off x="6108699" y="6159637"/>
            <a:ext cx="2431109" cy="359817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7" name="직사각형"/>
          <p:cNvSpPr/>
          <p:nvPr/>
        </p:nvSpPr>
        <p:spPr>
          <a:xfrm>
            <a:off x="6578600" y="4536033"/>
            <a:ext cx="2431108" cy="359817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1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92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18558" y="2313184"/>
            <a:ext cx="7967684" cy="1159477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직사각형"/>
          <p:cNvSpPr/>
          <p:nvPr/>
        </p:nvSpPr>
        <p:spPr>
          <a:xfrm>
            <a:off x="6205134" y="2713014"/>
            <a:ext cx="3893047" cy="264865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4" name="Mysql 설치…"/>
          <p:cNvSpPr txBox="1"/>
          <p:nvPr/>
        </p:nvSpPr>
        <p:spPr>
          <a:xfrm>
            <a:off x="772540" y="3812652"/>
            <a:ext cx="11459719" cy="4852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8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Mysql 설치</a:t>
            </a:r>
          </a:p>
          <a:p>
            <a:pPr>
              <a:defRPr b="0" sz="35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이거때문에 goormIDE 이용…</a:t>
            </a:r>
          </a:p>
          <a:p>
            <a:pPr>
              <a:defRPr b="0" sz="35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윈도우에서는 설치시 몇가지 오류가 발생할 수 있다고함</a:t>
            </a:r>
          </a:p>
          <a:p>
            <a:pPr>
              <a:defRPr b="0" sz="35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</a:p>
          <a:p>
            <a:pPr>
              <a:defRPr b="0" sz="3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sudo : 터미널에서 관리자 권한으로 다음 명령어를 실행하겠다.</a:t>
            </a:r>
          </a:p>
          <a:p>
            <a:pPr>
              <a:defRPr b="0" sz="3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apt-get : ubuntu 계열의 리눅스에서 사용되는 패키지 관리 명령어</a:t>
            </a:r>
          </a:p>
          <a:p>
            <a:pPr>
              <a:defRPr b="0" sz="3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install : ㅋ</a:t>
            </a:r>
          </a:p>
          <a:p>
            <a:pPr>
              <a:defRPr b="0" sz="3000">
                <a:latin typeface="배달의민족 도현 OTF"/>
                <a:ea typeface="배달의민족 도현 OTF"/>
                <a:cs typeface="배달의민족 도현 OTF"/>
                <a:sym typeface="배달의민족 도현 OTF"/>
              </a:defRPr>
            </a:pPr>
            <a:r>
              <a:t>mysql-server : mysql서버..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8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199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8287" y="2030510"/>
            <a:ext cx="11168226" cy="69801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3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204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19027" y="2324100"/>
            <a:ext cx="9366746" cy="5626387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직사각형"/>
          <p:cNvSpPr/>
          <p:nvPr/>
        </p:nvSpPr>
        <p:spPr>
          <a:xfrm>
            <a:off x="5867399" y="2389733"/>
            <a:ext cx="2576861" cy="359817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6" name="직사각형"/>
          <p:cNvSpPr/>
          <p:nvPr/>
        </p:nvSpPr>
        <p:spPr>
          <a:xfrm>
            <a:off x="5511800" y="4066133"/>
            <a:ext cx="2576860" cy="359817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0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sp>
        <p:nvSpPr>
          <p:cNvPr id="211" name="Create database userDB default character set utf8 collate utf8_general_ci;…"/>
          <p:cNvSpPr txBox="1"/>
          <p:nvPr/>
        </p:nvSpPr>
        <p:spPr>
          <a:xfrm>
            <a:off x="639706" y="2189961"/>
            <a:ext cx="12201360" cy="3444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indent="0" algn="l" defTabSz="457200">
              <a:lnSpc>
                <a:spcPts val="4600"/>
              </a:lnSpc>
              <a:defRPr sz="2700"/>
            </a:pPr>
            <a:r>
              <a:t>Create database userDB default character set utf8 collate utf8_general_ci;</a:t>
            </a:r>
          </a:p>
          <a:p>
            <a:pPr lvl="1" indent="0" algn="l" defTabSz="457200">
              <a:lnSpc>
                <a:spcPts val="4600"/>
              </a:lnSpc>
              <a:defRPr sz="2700"/>
            </a:pPr>
          </a:p>
          <a:p>
            <a:pPr lvl="1" indent="0" algn="l" defTabSz="457200">
              <a:lnSpc>
                <a:spcPts val="4600"/>
              </a:lnSpc>
              <a:defRPr sz="2700"/>
            </a:pPr>
            <a:r>
              <a:t>Use userDB</a:t>
            </a:r>
          </a:p>
          <a:p>
            <a:pPr lvl="1" indent="0" algn="l" defTabSz="457200">
              <a:lnSpc>
                <a:spcPts val="4600"/>
              </a:lnSpc>
              <a:defRPr sz="2700"/>
            </a:pPr>
          </a:p>
          <a:p>
            <a:pPr lvl="1" indent="0" algn="l" defTabSz="457200">
              <a:lnSpc>
                <a:spcPts val="4600"/>
              </a:lnSpc>
              <a:defRPr sz="2700"/>
            </a:pPr>
            <a:r>
              <a:t>Create table user(id int primary key auto_increment, name varchar(32) not null, email varchar(100) not null, verify int not null default 0);</a:t>
            </a:r>
          </a:p>
          <a:p>
            <a:pPr lvl="1" indent="0" algn="l" defTabSz="457200">
              <a:lnSpc>
                <a:spcPts val="4600"/>
              </a:lnSpc>
              <a:defRPr sz="2700"/>
            </a:pPr>
          </a:p>
          <a:p>
            <a:pPr lvl="1" indent="0" algn="l" defTabSz="457200">
              <a:lnSpc>
                <a:spcPts val="4600"/>
              </a:lnSpc>
              <a:defRPr sz="2700"/>
            </a:pPr>
            <a:r>
              <a:t>Select * from user;</a:t>
            </a:r>
          </a:p>
        </p:txBody>
      </p:sp>
      <p:pic>
        <p:nvPicPr>
          <p:cNvPr id="212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8336" y="6194083"/>
            <a:ext cx="12548128" cy="2352775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직사각형"/>
          <p:cNvSpPr/>
          <p:nvPr/>
        </p:nvSpPr>
        <p:spPr>
          <a:xfrm>
            <a:off x="286934" y="6319814"/>
            <a:ext cx="6995170" cy="413644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4" name="직사각형"/>
          <p:cNvSpPr/>
          <p:nvPr/>
        </p:nvSpPr>
        <p:spPr>
          <a:xfrm>
            <a:off x="286934" y="6862123"/>
            <a:ext cx="12430932" cy="715170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5" name="직사각형"/>
          <p:cNvSpPr/>
          <p:nvPr/>
        </p:nvSpPr>
        <p:spPr>
          <a:xfrm>
            <a:off x="286934" y="8047013"/>
            <a:ext cx="2358281" cy="413644"/>
          </a:xfrm>
          <a:prstGeom prst="rect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UOS_LIKELION.png" descr="UOS_LIKEL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8805" y="376275"/>
            <a:ext cx="1323321" cy="1323321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선"/>
          <p:cNvSpPr/>
          <p:nvPr/>
        </p:nvSpPr>
        <p:spPr>
          <a:xfrm>
            <a:off x="1773437" y="1604892"/>
            <a:ext cx="11294502" cy="1"/>
          </a:xfrm>
          <a:prstGeom prst="line">
            <a:avLst/>
          </a:prstGeom>
          <a:ln w="50800">
            <a:solidFill>
              <a:schemeClr val="accent1">
                <a:hueOff val="114395"/>
                <a:lumOff val="-249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9" name="Flask 가지고 놀기_6월 5일"/>
          <p:cNvSpPr txBox="1"/>
          <p:nvPr/>
        </p:nvSpPr>
        <p:spPr>
          <a:xfrm>
            <a:off x="1873206" y="746724"/>
            <a:ext cx="5262195" cy="58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3800">
                <a:latin typeface="배달의민족 한나는 열한살 OTF"/>
                <a:ea typeface="배달의민족 한나는 열한살 OTF"/>
                <a:cs typeface="배달의민족 한나는 열한살 OTF"/>
                <a:sym typeface="배달의민족 한나는 열한살 OTF"/>
              </a:defRPr>
            </a:lvl1pPr>
          </a:lstStyle>
          <a:p>
            <a:pPr/>
            <a:r>
              <a:t>Flask 가지고 놀기_6월 5일</a:t>
            </a:r>
          </a:p>
        </p:txBody>
      </p:sp>
      <p:pic>
        <p:nvPicPr>
          <p:cNvPr id="220" name="이미지" descr="이미지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3541" y="2414303"/>
            <a:ext cx="11857718" cy="55345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